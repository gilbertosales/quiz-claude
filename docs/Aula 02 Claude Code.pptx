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" charset="1" panose="00000500000000000000"/>
      <p:regular r:id="rId29"/>
    </p:embeddedFont>
    <p:embeddedFont>
      <p:font typeface="Fractul" charset="1" panose="00000500000000000000"/>
      <p:regular r:id="rId30"/>
    </p:embeddedFont>
    <p:embeddedFont>
      <p:font typeface="Fractul Bold" charset="1" panose="00000800000000000000"/>
      <p:regular r:id="rId31"/>
    </p:embeddedFont>
    <p:embeddedFont>
      <p:font typeface="Calibri (MS) Bold" charset="1" panose="020F0702030404030204"/>
      <p:regular r:id="rId32"/>
    </p:embeddedFont>
    <p:embeddedFont>
      <p:font typeface="Georgia Bold" charset="1" panose="02040802050405020203"/>
      <p:regular r:id="rId34"/>
    </p:embeddedFont>
    <p:embeddedFont>
      <p:font typeface="Georgia Italics" charset="1" panose="02040502050405090303"/>
      <p:regular r:id="rId35"/>
    </p:embeddedFont>
    <p:embeddedFont>
      <p:font typeface="Calibri (MS) Italics" charset="1" panose="020F05020202040A0204"/>
      <p:regular r:id="rId36"/>
    </p:embeddedFont>
    <p:embeddedFont>
      <p:font typeface="Georgia Bold Italics" charset="1" panose="02040802050405090203"/>
      <p:regular r:id="rId38"/>
    </p:embeddedFont>
    <p:embeddedFont>
      <p:font typeface="Calibri (MS)" charset="1" panose="020F0502020204030204"/>
      <p:regular r:id="rId40"/>
    </p:embeddedFont>
    <p:embeddedFont>
      <p:font typeface="Consolas" charset="1" panose="020B0609020204030204"/>
      <p:regular r:id="rId43"/>
    </p:embeddedFont>
    <p:embeddedFont>
      <p:font typeface="Consolas Italics" charset="1" panose="020B06090202040A0204"/>
      <p:regular r:id="rId48"/>
    </p:embeddedFont>
    <p:embeddedFont>
      <p:font typeface="Consolas Bold" charset="1" panose="020B0709020204030204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fonts/font56.fntdata" Type="http://schemas.openxmlformats.org/officeDocument/2006/relationships/font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jpe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jpe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.jpeg" Type="http://schemas.openxmlformats.org/officeDocument/2006/relationships/image"/><Relationship Id="rId4" Target="../media/image13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.jpeg" Type="http://schemas.openxmlformats.org/officeDocument/2006/relationships/image"/><Relationship Id="rId4" Target="../media/image14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5.jpe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5.jpeg" Type="http://schemas.openxmlformats.org/officeDocument/2006/relationships/image"/><Relationship Id="rId4" Target="../media/image1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5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98966" y="4402879"/>
            <a:ext cx="5601363" cy="1532731"/>
            <a:chOff x="0" y="0"/>
            <a:chExt cx="7468484" cy="2043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773024"/>
              <a:ext cx="4903160" cy="1270617"/>
            </a:xfrm>
            <a:custGeom>
              <a:avLst/>
              <a:gdLst/>
              <a:ahLst/>
              <a:cxnLst/>
              <a:rect r="r" b="b" t="t" l="l"/>
              <a:pathLst>
                <a:path h="1270617" w="4903160">
                  <a:moveTo>
                    <a:pt x="0" y="0"/>
                  </a:moveTo>
                  <a:lnTo>
                    <a:pt x="4903160" y="0"/>
                  </a:lnTo>
                  <a:lnTo>
                    <a:pt x="4903160" y="1270618"/>
                  </a:lnTo>
                  <a:lnTo>
                    <a:pt x="0" y="1270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00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1824456" cy="687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4"/>
                </a:lnSpc>
              </a:pPr>
              <a:r>
                <a:rPr lang="en-US" sz="3958">
                  <a:solidFill>
                    <a:srgbClr val="F5F6FC"/>
                  </a:solidFill>
                  <a:latin typeface="Poppins"/>
                  <a:ea typeface="Poppins"/>
                  <a:cs typeface="Poppins"/>
                  <a:sym typeface="Poppins"/>
                </a:rPr>
                <a:t>Trilha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4345512" y="773024"/>
              <a:ext cx="3122972" cy="1270617"/>
            </a:xfrm>
            <a:custGeom>
              <a:avLst/>
              <a:gdLst/>
              <a:ahLst/>
              <a:cxnLst/>
              <a:rect r="r" b="b" t="t" l="l"/>
              <a:pathLst>
                <a:path h="1270617" w="3122972">
                  <a:moveTo>
                    <a:pt x="0" y="0"/>
                  </a:moveTo>
                  <a:lnTo>
                    <a:pt x="3122972" y="0"/>
                  </a:lnTo>
                  <a:lnTo>
                    <a:pt x="3122972" y="1270618"/>
                  </a:lnTo>
                  <a:lnTo>
                    <a:pt x="0" y="1270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419" r="-57003" b="-558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287671" y="4090471"/>
            <a:ext cx="1845139" cy="1845139"/>
          </a:xfrm>
          <a:custGeom>
            <a:avLst/>
            <a:gdLst/>
            <a:ahLst/>
            <a:cxnLst/>
            <a:rect r="r" b="b" t="t" l="l"/>
            <a:pathLst>
              <a:path h="1845139" w="1845139">
                <a:moveTo>
                  <a:pt x="0" y="0"/>
                </a:moveTo>
                <a:lnTo>
                  <a:pt x="1845139" y="0"/>
                </a:lnTo>
                <a:lnTo>
                  <a:pt x="1845139" y="1845139"/>
                </a:lnTo>
                <a:lnTo>
                  <a:pt x="0" y="1845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46686" y="6244521"/>
            <a:ext cx="7994628" cy="53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sz="3085">
                <a:solidFill>
                  <a:srgbClr val="F5F6FC"/>
                </a:solidFill>
                <a:latin typeface="Fractul"/>
                <a:ea typeface="Fractul"/>
                <a:cs typeface="Fractul"/>
                <a:sym typeface="Fractul"/>
              </a:rPr>
              <a:t>O </a:t>
            </a:r>
            <a:r>
              <a:rPr lang="en-US" b="true" sz="3085">
                <a:solidFill>
                  <a:srgbClr val="F5F6FC"/>
                </a:solidFill>
                <a:latin typeface="Fractul Bold"/>
                <a:ea typeface="Fractul Bold"/>
                <a:cs typeface="Fractul Bold"/>
                <a:sym typeface="Fractul Bold"/>
              </a:rPr>
              <a:t>PRÓXIMO PASSO</a:t>
            </a:r>
            <a:r>
              <a:rPr lang="en-US" sz="3085">
                <a:solidFill>
                  <a:srgbClr val="F5F6FC"/>
                </a:solidFill>
                <a:latin typeface="Fractul"/>
                <a:ea typeface="Fractul"/>
                <a:cs typeface="Fractul"/>
                <a:sym typeface="Fractul"/>
              </a:rPr>
              <a:t> DA SUA CARREIRA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4466" y="6892901"/>
            <a:ext cx="1999067" cy="52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3047">
                <a:solidFill>
                  <a:srgbClr val="F5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AULA 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7326" y="2759940"/>
            <a:ext cx="16459200" cy="1594135"/>
            <a:chOff x="0" y="0"/>
            <a:chExt cx="21945600" cy="2125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25514"/>
            </a:xfrm>
            <a:custGeom>
              <a:avLst/>
              <a:gdLst/>
              <a:ahLst/>
              <a:cxnLst/>
              <a:rect r="r" b="b" t="t" l="l"/>
              <a:pathLst>
                <a:path h="21255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25514"/>
                  </a:lnTo>
                  <a:lnTo>
                    <a:pt x="0" y="2125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91" r="0" b="-1470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2125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Nosso grupo: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0551" y="4105485"/>
            <a:ext cx="16459200" cy="4146910"/>
            <a:chOff x="0" y="0"/>
            <a:chExt cx="21945600" cy="5529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529213"/>
            </a:xfrm>
            <a:custGeom>
              <a:avLst/>
              <a:gdLst/>
              <a:ahLst/>
              <a:cxnLst/>
              <a:rect r="r" b="b" t="t" l="l"/>
              <a:pathLst>
                <a:path h="552921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529213"/>
                  </a:lnTo>
                  <a:lnTo>
                    <a:pt x="0" y="55292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96" r="0" b="50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5529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i="true">
                  <a:solidFill>
                    <a:srgbClr val="B8B8B4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Para netw</a:t>
              </a:r>
              <a:r>
                <a:rPr lang="en-US" sz="8400" i="true">
                  <a:solidFill>
                    <a:srgbClr val="B8B8B4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orking, </a:t>
              </a:r>
            </a:p>
            <a:p>
              <a:pPr algn="l">
                <a:lnSpc>
                  <a:spcPts val="10080"/>
                </a:lnSpc>
              </a:pPr>
              <a:r>
                <a:rPr lang="en-US" sz="8400" i="true">
                  <a:solidFill>
                    <a:srgbClr val="B8B8B4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suporte e update</a:t>
              </a:r>
            </a:p>
            <a:p>
              <a:pPr algn="l">
                <a:lnSpc>
                  <a:spcPts val="10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77326" y="7012184"/>
            <a:ext cx="16459200" cy="731520"/>
            <a:chOff x="0" y="0"/>
            <a:chExt cx="219456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Esteja sempre atualizado sobre Claude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3314" y="3068126"/>
            <a:ext cx="2632453" cy="3885540"/>
          </a:xfrm>
          <a:custGeom>
            <a:avLst/>
            <a:gdLst/>
            <a:ahLst/>
            <a:cxnLst/>
            <a:rect r="r" b="b" t="t" l="l"/>
            <a:pathLst>
              <a:path h="3885540" w="2632453">
                <a:moveTo>
                  <a:pt x="0" y="0"/>
                </a:moveTo>
                <a:lnTo>
                  <a:pt x="2632453" y="0"/>
                </a:lnTo>
                <a:lnTo>
                  <a:pt x="2632453" y="3885539"/>
                </a:lnTo>
                <a:lnTo>
                  <a:pt x="0" y="3885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5207" y="7129717"/>
            <a:ext cx="2408667" cy="42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  <a:spcBef>
                <a:spcPct val="0"/>
              </a:spcBef>
            </a:pPr>
            <a:r>
              <a:rPr lang="en-US" b="true" sz="253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+300 Profissionais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Do zero ao deploy: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023360"/>
            <a:ext cx="17007840" cy="1463040"/>
            <a:chOff x="0" y="0"/>
            <a:chExt cx="2267712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13" r="0" b="-1765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67712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construindo um </a:t>
              </a:r>
              <a:r>
                <a:rPr lang="en-US" b="true" sz="84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Quiz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5303520"/>
            <a:ext cx="16459200" cy="1463040"/>
            <a:chOff x="0" y="0"/>
            <a:chExt cx="21945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i="true">
                  <a:solidFill>
                    <a:srgbClr val="B8B8B4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com Claude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Aprenda os conceitos enquanto o projeto é construído na sua frente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5486400" cy="640080"/>
            <a:chOff x="0" y="0"/>
            <a:chExt cx="73152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7160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 que vamos cobrir na pratica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3187703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474720"/>
            <a:ext cx="1097280" cy="640080"/>
            <a:chOff x="0" y="0"/>
            <a:chExt cx="146304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94560" y="3474720"/>
            <a:ext cx="10058400" cy="640080"/>
            <a:chOff x="0" y="0"/>
            <a:chExt cx="134112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Slash commands essenciais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52960" y="3474720"/>
            <a:ext cx="3657600" cy="640080"/>
            <a:chOff x="0" y="0"/>
            <a:chExt cx="4876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 que usar todo dia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4242816"/>
            <a:ext cx="1097280" cy="640080"/>
            <a:chOff x="0" y="0"/>
            <a:chExt cx="14630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94560" y="4242816"/>
            <a:ext cx="10058400" cy="640080"/>
            <a:chOff x="0" y="0"/>
            <a:chExt cx="134112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PRD &amp; Spec-Driven Development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52960" y="4242816"/>
            <a:ext cx="3657600" cy="640080"/>
            <a:chOff x="0" y="0"/>
            <a:chExt cx="487680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planejamento antes do código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5010912"/>
            <a:ext cx="1097280" cy="640080"/>
            <a:chOff x="0" y="0"/>
            <a:chExt cx="146304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94560" y="5010912"/>
            <a:ext cx="10058400" cy="640080"/>
            <a:chOff x="0" y="0"/>
            <a:chExt cx="134112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Skills: automações reutilizáveis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52960" y="5010912"/>
            <a:ext cx="3657600" cy="640080"/>
            <a:chOff x="0" y="0"/>
            <a:chExt cx="4876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seu playbook em markdown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5779008"/>
            <a:ext cx="1097280" cy="640080"/>
            <a:chOff x="0" y="0"/>
            <a:chExt cx="146304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94560" y="5779008"/>
            <a:ext cx="10058400" cy="640080"/>
            <a:chOff x="0" y="0"/>
            <a:chExt cx="134112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CLAUDE.md em 3 níveis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52960" y="5779008"/>
            <a:ext cx="3657600" cy="640080"/>
            <a:chOff x="0" y="0"/>
            <a:chExt cx="4876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memória que persiste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6547104"/>
            <a:ext cx="1097280" cy="640080"/>
            <a:chOff x="0" y="0"/>
            <a:chExt cx="146304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94560" y="6547104"/>
            <a:ext cx="10058400" cy="640080"/>
            <a:chOff x="0" y="0"/>
            <a:chExt cx="1341120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Arquivos e imagens como contexto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52960" y="6547104"/>
            <a:ext cx="3657600" cy="640080"/>
            <a:chOff x="0" y="0"/>
            <a:chExt cx="487680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@path e drag-and-drop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7315200"/>
            <a:ext cx="1097280" cy="640080"/>
            <a:chOff x="0" y="0"/>
            <a:chExt cx="146304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194560" y="7315200"/>
            <a:ext cx="10058400" cy="640080"/>
            <a:chOff x="0" y="0"/>
            <a:chExt cx="1341120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Gerenciar context window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252960" y="7315200"/>
            <a:ext cx="3657600" cy="640080"/>
            <a:chOff x="0" y="0"/>
            <a:chExt cx="487680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/clear, /compact, Esc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8083296"/>
            <a:ext cx="1097280" cy="640080"/>
            <a:chOff x="0" y="0"/>
            <a:chExt cx="146304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46304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07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194560" y="8083296"/>
            <a:ext cx="10058400" cy="640080"/>
            <a:chOff x="0" y="0"/>
            <a:chExt cx="1341120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13411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 management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252960" y="8083296"/>
            <a:ext cx="3657600" cy="640080"/>
            <a:chOff x="0" y="0"/>
            <a:chExt cx="4876800" cy="85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sessões produtivas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38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PROJETO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Quiz do Claude Code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834640"/>
            <a:ext cx="7863840" cy="1828800"/>
            <a:chOff x="0" y="0"/>
            <a:chExt cx="10485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48512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Um app web onde usuários testam conhecimento sobre Claude Code. Login, 10 perguntas, feedback imediato, ranking.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4937760"/>
            <a:ext cx="5486400" cy="457200"/>
            <a:chOff x="0" y="0"/>
            <a:chExt cx="73152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57784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5577840"/>
            <a:ext cx="7498080" cy="480194"/>
            <a:chOff x="0" y="0"/>
            <a:chExt cx="9997440" cy="6402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640259"/>
            </a:xfrm>
            <a:custGeom>
              <a:avLst/>
              <a:gdLst/>
              <a:ahLst/>
              <a:cxnLst/>
              <a:rect r="r" b="b" t="t" l="l"/>
              <a:pathLst>
                <a:path h="64025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40259"/>
                  </a:lnTo>
                  <a:lnTo>
                    <a:pt x="0" y="640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647" r="0" b="-2518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97440" cy="6783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Game Web de Quizz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6163056"/>
            <a:ext cx="457200" cy="457200"/>
            <a:chOff x="0" y="0"/>
            <a:chExt cx="6096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6163056"/>
            <a:ext cx="7498080" cy="457200"/>
            <a:chOff x="0" y="0"/>
            <a:chExt cx="999744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perguntas de múltipla escolha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6748272"/>
            <a:ext cx="457200" cy="457200"/>
            <a:chOff x="0" y="0"/>
            <a:chExt cx="609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6748272"/>
            <a:ext cx="7498080" cy="457200"/>
            <a:chOff x="0" y="0"/>
            <a:chExt cx="999744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609600"/>
            </a:xfrm>
            <a:custGeom>
              <a:avLst/>
              <a:gdLst/>
              <a:ahLst/>
              <a:cxnLst/>
              <a:rect r="r" b="b" t="t" l="l"/>
              <a:pathLst>
                <a:path h="6096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 imediato + explicação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7333488"/>
            <a:ext cx="457200" cy="457200"/>
            <a:chOff x="0" y="0"/>
            <a:chExt cx="60960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" y="7333488"/>
            <a:ext cx="7498080" cy="480194"/>
            <a:chOff x="0" y="0"/>
            <a:chExt cx="9997440" cy="6402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640259"/>
            </a:xfrm>
            <a:custGeom>
              <a:avLst/>
              <a:gdLst/>
              <a:ahLst/>
              <a:cxnLst/>
              <a:rect r="r" b="b" t="t" l="l"/>
              <a:pathLst>
                <a:path h="64025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40259"/>
                  </a:lnTo>
                  <a:lnTo>
                    <a:pt x="0" y="640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647" r="0" b="-25185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6783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final salvo no banco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7918704"/>
            <a:ext cx="457200" cy="457200"/>
            <a:chOff x="0" y="0"/>
            <a:chExt cx="6096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096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7918704"/>
            <a:ext cx="7498080" cy="480194"/>
            <a:chOff x="0" y="0"/>
            <a:chExt cx="9997440" cy="6402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640259"/>
            </a:xfrm>
            <a:custGeom>
              <a:avLst/>
              <a:gdLst/>
              <a:ahLst/>
              <a:cxnLst/>
              <a:rect r="r" b="b" t="t" l="l"/>
              <a:pathLst>
                <a:path h="64025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40259"/>
                  </a:lnTo>
                  <a:lnTo>
                    <a:pt x="0" y="640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647" r="0" b="-2518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997440" cy="6783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Ranking público dos melhores salvo Supabase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86287" y="2828287"/>
            <a:ext cx="7693657" cy="6413497"/>
            <a:chOff x="0" y="0"/>
            <a:chExt cx="10258209" cy="85513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102412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58299" cy="8551418"/>
            </a:xfrm>
            <a:custGeom>
              <a:avLst/>
              <a:gdLst/>
              <a:ahLst/>
              <a:cxnLst/>
              <a:rect r="r" b="b" t="t" l="l"/>
              <a:pathLst>
                <a:path h="8551418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8542909"/>
                  </a:lnTo>
                  <a:cubicBezTo>
                    <a:pt x="10258299" y="8547608"/>
                    <a:pt x="10254488" y="8551418"/>
                    <a:pt x="1024978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249789" y="8534400"/>
                  </a:lnTo>
                  <a:lnTo>
                    <a:pt x="10249789" y="8542909"/>
                  </a:lnTo>
                  <a:lnTo>
                    <a:pt x="10241280" y="8542909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92640" y="2834640"/>
            <a:ext cx="7680960" cy="512064"/>
            <a:chOff x="0" y="0"/>
            <a:chExt cx="102412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75520" y="2980944"/>
            <a:ext cx="201168" cy="201168"/>
            <a:chOff x="0" y="0"/>
            <a:chExt cx="268224" cy="2682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153" y="268224"/>
                    <a:pt x="134112" y="268224"/>
                  </a:cubicBezTo>
                  <a:cubicBezTo>
                    <a:pt x="60071" y="268224"/>
                    <a:pt x="0" y="208153"/>
                    <a:pt x="0" y="134112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168128" y="2980944"/>
            <a:ext cx="201168" cy="201168"/>
            <a:chOff x="0" y="0"/>
            <a:chExt cx="268224" cy="2682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153" y="268224"/>
                    <a:pt x="134112" y="268224"/>
                  </a:cubicBezTo>
                  <a:cubicBezTo>
                    <a:pt x="60071" y="268224"/>
                    <a:pt x="0" y="208153"/>
                    <a:pt x="0" y="134112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460736" y="2980944"/>
            <a:ext cx="201168" cy="201168"/>
            <a:chOff x="0" y="0"/>
            <a:chExt cx="268224" cy="2682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153" y="268224"/>
                    <a:pt x="134112" y="268224"/>
                  </a:cubicBezTo>
                  <a:cubicBezTo>
                    <a:pt x="60071" y="268224"/>
                    <a:pt x="0" y="208153"/>
                    <a:pt x="0" y="134112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41280" y="3657600"/>
            <a:ext cx="6583680" cy="548640"/>
            <a:chOff x="0" y="0"/>
            <a:chExt cx="877824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5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Pergunta 3 de 10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241280" y="4261104"/>
            <a:ext cx="6583680" cy="914400"/>
            <a:chOff x="0" y="0"/>
            <a:chExt cx="877824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877824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 que /compact faz?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34927" y="5297167"/>
            <a:ext cx="6596377" cy="634489"/>
            <a:chOff x="0" y="0"/>
            <a:chExt cx="8795169" cy="8459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95258" cy="846074"/>
            </a:xfrm>
            <a:custGeom>
              <a:avLst/>
              <a:gdLst/>
              <a:ahLst/>
              <a:cxnLst/>
              <a:rect r="r" b="b" t="t" l="l"/>
              <a:pathLst>
                <a:path h="846074" w="8795258">
                  <a:moveTo>
                    <a:pt x="8509" y="0"/>
                  </a:moveTo>
                  <a:lnTo>
                    <a:pt x="8786749" y="0"/>
                  </a:lnTo>
                  <a:cubicBezTo>
                    <a:pt x="8791448" y="0"/>
                    <a:pt x="8795258" y="3810"/>
                    <a:pt x="8795258" y="8509"/>
                  </a:cubicBezTo>
                  <a:lnTo>
                    <a:pt x="8795258" y="837565"/>
                  </a:lnTo>
                  <a:cubicBezTo>
                    <a:pt x="8795258" y="842264"/>
                    <a:pt x="8791448" y="846074"/>
                    <a:pt x="8786749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8786749" y="829056"/>
                  </a:lnTo>
                  <a:lnTo>
                    <a:pt x="8786749" y="837565"/>
                  </a:lnTo>
                  <a:lnTo>
                    <a:pt x="8778240" y="837565"/>
                  </a:lnTo>
                  <a:lnTo>
                    <a:pt x="8778240" y="8509"/>
                  </a:lnTo>
                  <a:lnTo>
                    <a:pt x="8786749" y="8509"/>
                  </a:lnTo>
                  <a:lnTo>
                    <a:pt x="8786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515600" y="5303520"/>
            <a:ext cx="6035040" cy="621792"/>
            <a:chOff x="0" y="0"/>
            <a:chExt cx="8046720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046720" cy="829056"/>
            </a:xfrm>
            <a:custGeom>
              <a:avLst/>
              <a:gdLst/>
              <a:ahLst/>
              <a:cxnLst/>
              <a:rect r="r" b="b" t="t" l="l"/>
              <a:pathLst>
                <a:path h="82905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19" r="0" b="-13911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0467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— Apaga todo o contexto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222230" y="6052566"/>
            <a:ext cx="6621780" cy="659892"/>
            <a:chOff x="0" y="0"/>
            <a:chExt cx="8829040" cy="8798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25400" y="25400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4E1D7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829040" cy="879856"/>
            </a:xfrm>
            <a:custGeom>
              <a:avLst/>
              <a:gdLst/>
              <a:ahLst/>
              <a:cxnLst/>
              <a:rect r="r" b="b" t="t" l="l"/>
              <a:pathLst>
                <a:path h="879856" w="8829040">
                  <a:moveTo>
                    <a:pt x="25400" y="0"/>
                  </a:moveTo>
                  <a:lnTo>
                    <a:pt x="8803640" y="0"/>
                  </a:lnTo>
                  <a:cubicBezTo>
                    <a:pt x="8817610" y="0"/>
                    <a:pt x="8829040" y="11430"/>
                    <a:pt x="8829040" y="25400"/>
                  </a:cubicBezTo>
                  <a:lnTo>
                    <a:pt x="8829040" y="854456"/>
                  </a:lnTo>
                  <a:cubicBezTo>
                    <a:pt x="8829040" y="868426"/>
                    <a:pt x="8817610" y="879856"/>
                    <a:pt x="8803640" y="879856"/>
                  </a:cubicBezTo>
                  <a:lnTo>
                    <a:pt x="25400" y="879856"/>
                  </a:lnTo>
                  <a:cubicBezTo>
                    <a:pt x="11430" y="879856"/>
                    <a:pt x="0" y="868426"/>
                    <a:pt x="0" y="854456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54456"/>
                  </a:lnTo>
                  <a:lnTo>
                    <a:pt x="25400" y="854456"/>
                  </a:lnTo>
                  <a:lnTo>
                    <a:pt x="25400" y="829056"/>
                  </a:lnTo>
                  <a:lnTo>
                    <a:pt x="8803640" y="829056"/>
                  </a:lnTo>
                  <a:lnTo>
                    <a:pt x="8803640" y="854456"/>
                  </a:lnTo>
                  <a:lnTo>
                    <a:pt x="8778240" y="854456"/>
                  </a:lnTo>
                  <a:lnTo>
                    <a:pt x="8778240" y="25400"/>
                  </a:lnTo>
                  <a:lnTo>
                    <a:pt x="8803640" y="25400"/>
                  </a:lnTo>
                  <a:lnTo>
                    <a:pt x="8803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515600" y="6071616"/>
            <a:ext cx="6035040" cy="621792"/>
            <a:chOff x="0" y="0"/>
            <a:chExt cx="8046720" cy="8290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46720" cy="829056"/>
            </a:xfrm>
            <a:custGeom>
              <a:avLst/>
              <a:gdLst/>
              <a:ahLst/>
              <a:cxnLst/>
              <a:rect r="r" b="b" t="t" l="l"/>
              <a:pathLst>
                <a:path h="82905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19" r="0" b="-13911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0467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 — Resume e libera tokens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234927" y="6833359"/>
            <a:ext cx="6596377" cy="634489"/>
            <a:chOff x="0" y="0"/>
            <a:chExt cx="8795169" cy="84598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509" y="8509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795258" cy="846074"/>
            </a:xfrm>
            <a:custGeom>
              <a:avLst/>
              <a:gdLst/>
              <a:ahLst/>
              <a:cxnLst/>
              <a:rect r="r" b="b" t="t" l="l"/>
              <a:pathLst>
                <a:path h="846074" w="8795258">
                  <a:moveTo>
                    <a:pt x="8509" y="0"/>
                  </a:moveTo>
                  <a:lnTo>
                    <a:pt x="8786749" y="0"/>
                  </a:lnTo>
                  <a:cubicBezTo>
                    <a:pt x="8791448" y="0"/>
                    <a:pt x="8795258" y="3810"/>
                    <a:pt x="8795258" y="8509"/>
                  </a:cubicBezTo>
                  <a:lnTo>
                    <a:pt x="8795258" y="837565"/>
                  </a:lnTo>
                  <a:cubicBezTo>
                    <a:pt x="8795258" y="842264"/>
                    <a:pt x="8791448" y="846074"/>
                    <a:pt x="8786749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8786749" y="829056"/>
                  </a:lnTo>
                  <a:lnTo>
                    <a:pt x="8786749" y="837565"/>
                  </a:lnTo>
                  <a:lnTo>
                    <a:pt x="8778240" y="837565"/>
                  </a:lnTo>
                  <a:lnTo>
                    <a:pt x="8778240" y="8509"/>
                  </a:lnTo>
                  <a:lnTo>
                    <a:pt x="8786749" y="8509"/>
                  </a:lnTo>
                  <a:lnTo>
                    <a:pt x="8786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515600" y="6839712"/>
            <a:ext cx="6035040" cy="621792"/>
            <a:chOff x="0" y="0"/>
            <a:chExt cx="8046720" cy="8290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20" cy="829056"/>
            </a:xfrm>
            <a:custGeom>
              <a:avLst/>
              <a:gdLst/>
              <a:ahLst/>
              <a:cxnLst/>
              <a:rect r="r" b="b" t="t" l="l"/>
              <a:pathLst>
                <a:path h="82905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19" r="0" b="-13911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80467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 — Reinicia o modelo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34927" y="7601455"/>
            <a:ext cx="6596377" cy="634489"/>
            <a:chOff x="0" y="0"/>
            <a:chExt cx="8795169" cy="84598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8778240" cy="829056"/>
            </a:xfrm>
            <a:custGeom>
              <a:avLst/>
              <a:gdLst/>
              <a:ahLst/>
              <a:cxnLst/>
              <a:rect r="r" b="b" t="t" l="l"/>
              <a:pathLst>
                <a:path h="8290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95258" cy="846074"/>
            </a:xfrm>
            <a:custGeom>
              <a:avLst/>
              <a:gdLst/>
              <a:ahLst/>
              <a:cxnLst/>
              <a:rect r="r" b="b" t="t" l="l"/>
              <a:pathLst>
                <a:path h="846074" w="8795258">
                  <a:moveTo>
                    <a:pt x="8509" y="0"/>
                  </a:moveTo>
                  <a:lnTo>
                    <a:pt x="8786749" y="0"/>
                  </a:lnTo>
                  <a:cubicBezTo>
                    <a:pt x="8791448" y="0"/>
                    <a:pt x="8795258" y="3810"/>
                    <a:pt x="8795258" y="8509"/>
                  </a:cubicBezTo>
                  <a:lnTo>
                    <a:pt x="8795258" y="837565"/>
                  </a:lnTo>
                  <a:cubicBezTo>
                    <a:pt x="8795258" y="842264"/>
                    <a:pt x="8791448" y="846074"/>
                    <a:pt x="8786749" y="846074"/>
                  </a:cubicBezTo>
                  <a:lnTo>
                    <a:pt x="8509" y="846074"/>
                  </a:lnTo>
                  <a:cubicBezTo>
                    <a:pt x="3810" y="846074"/>
                    <a:pt x="0" y="842264"/>
                    <a:pt x="0" y="8375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37565"/>
                  </a:lnTo>
                  <a:lnTo>
                    <a:pt x="8509" y="837565"/>
                  </a:lnTo>
                  <a:lnTo>
                    <a:pt x="8509" y="829056"/>
                  </a:lnTo>
                  <a:lnTo>
                    <a:pt x="8786749" y="829056"/>
                  </a:lnTo>
                  <a:lnTo>
                    <a:pt x="8786749" y="837565"/>
                  </a:lnTo>
                  <a:lnTo>
                    <a:pt x="8778240" y="837565"/>
                  </a:lnTo>
                  <a:lnTo>
                    <a:pt x="8778240" y="8509"/>
                  </a:lnTo>
                  <a:lnTo>
                    <a:pt x="8786749" y="8509"/>
                  </a:lnTo>
                  <a:lnTo>
                    <a:pt x="8786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515600" y="7607808"/>
            <a:ext cx="6035040" cy="621792"/>
            <a:chOff x="0" y="0"/>
            <a:chExt cx="8046720" cy="8290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046720" cy="829056"/>
            </a:xfrm>
            <a:custGeom>
              <a:avLst/>
              <a:gdLst/>
              <a:ahLst/>
              <a:cxnLst/>
              <a:rect r="r" b="b" t="t" l="l"/>
              <a:pathLst>
                <a:path h="82905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19" r="0" b="-13911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0467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 — Fecha a sessão atual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241280" y="8503920"/>
            <a:ext cx="6583680" cy="585216"/>
            <a:chOff x="0" y="0"/>
            <a:chExt cx="8778240" cy="7802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241280" y="8503920"/>
            <a:ext cx="6583680" cy="585216"/>
            <a:chOff x="0" y="0"/>
            <a:chExt cx="8778240" cy="7802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87782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F8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Confirmar resposta →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· BRIEFING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24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7315200" cy="548640"/>
            <a:chOff x="0" y="0"/>
            <a:chExt cx="97536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ANTES DE COMEÇAR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 que você precisa instalado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8047" y="2919727"/>
            <a:ext cx="8059417" cy="2755897"/>
            <a:chOff x="0" y="0"/>
            <a:chExt cx="10745889" cy="367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10728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597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666109"/>
                  </a:lnTo>
                  <a:cubicBezTo>
                    <a:pt x="10745978" y="3670808"/>
                    <a:pt x="10742168" y="3674618"/>
                    <a:pt x="10737469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0737469" y="3657600"/>
                  </a:lnTo>
                  <a:lnTo>
                    <a:pt x="10737469" y="3666109"/>
                  </a:lnTo>
                  <a:lnTo>
                    <a:pt x="10728960" y="36661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3383280"/>
            <a:ext cx="914400" cy="914400"/>
            <a:chOff x="0" y="0"/>
            <a:chExt cx="1219200" cy="12192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51760" y="3291840"/>
            <a:ext cx="6035040" cy="640080"/>
            <a:chOff x="0" y="0"/>
            <a:chExt cx="80467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0467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Claude Code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51760" y="3931920"/>
            <a:ext cx="6035040" cy="640080"/>
            <a:chOff x="0" y="0"/>
            <a:chExt cx="804672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046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instalado e autenticado com conta Anthropic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4846320"/>
            <a:ext cx="7132320" cy="548640"/>
            <a:chOff x="0" y="0"/>
            <a:chExt cx="950976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4846320"/>
            <a:ext cx="6949440" cy="548640"/>
            <a:chOff x="0" y="0"/>
            <a:chExt cx="92659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claude --version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0527" y="2919727"/>
            <a:ext cx="8059417" cy="2755897"/>
            <a:chOff x="0" y="0"/>
            <a:chExt cx="10745889" cy="3674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09" y="8509"/>
              <a:ext cx="10728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4597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666109"/>
                  </a:lnTo>
                  <a:cubicBezTo>
                    <a:pt x="10745978" y="3670808"/>
                    <a:pt x="10742168" y="3674618"/>
                    <a:pt x="10737469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0737469" y="3657600"/>
                  </a:lnTo>
                  <a:lnTo>
                    <a:pt x="10737469" y="3666109"/>
                  </a:lnTo>
                  <a:lnTo>
                    <a:pt x="10728960" y="36661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064240" y="3291840"/>
            <a:ext cx="6035040" cy="642962"/>
            <a:chOff x="0" y="0"/>
            <a:chExt cx="8046720" cy="8572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0" cy="857283"/>
            </a:xfrm>
            <a:custGeom>
              <a:avLst/>
              <a:gdLst/>
              <a:ahLst/>
              <a:cxnLst/>
              <a:rect r="r" b="b" t="t" l="l"/>
              <a:pathLst>
                <a:path h="857283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7283"/>
                  </a:lnTo>
                  <a:lnTo>
                    <a:pt x="0" y="8572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16" r="0" b="-1326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046720" cy="8572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Supabase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4240" y="3931920"/>
            <a:ext cx="6035040" cy="640080"/>
            <a:chOff x="0" y="0"/>
            <a:chExt cx="804672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046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Onde será o nosso banco de dados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0" y="4846320"/>
            <a:ext cx="7132320" cy="548640"/>
            <a:chOff x="0" y="0"/>
            <a:chExt cx="95097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0" y="4846320"/>
            <a:ext cx="6949440" cy="548640"/>
            <a:chOff x="0" y="0"/>
            <a:chExt cx="92659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supabase.com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8047" y="6028687"/>
            <a:ext cx="8059417" cy="2755897"/>
            <a:chOff x="0" y="0"/>
            <a:chExt cx="10745889" cy="36745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0728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4597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666109"/>
                  </a:lnTo>
                  <a:cubicBezTo>
                    <a:pt x="10745978" y="3670808"/>
                    <a:pt x="10742168" y="3674618"/>
                    <a:pt x="10737469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0737469" y="3657600"/>
                  </a:lnTo>
                  <a:lnTo>
                    <a:pt x="10737469" y="3666109"/>
                  </a:lnTo>
                  <a:lnTo>
                    <a:pt x="10728960" y="36661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63040" y="6492240"/>
            <a:ext cx="914400" cy="914400"/>
            <a:chOff x="0" y="0"/>
            <a:chExt cx="1219200" cy="12192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651760" y="6400800"/>
            <a:ext cx="6035040" cy="640080"/>
            <a:chOff x="0" y="0"/>
            <a:chExt cx="804672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0467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Conta no GitHub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651760" y="7040880"/>
            <a:ext cx="6035040" cy="640080"/>
            <a:chOff x="0" y="0"/>
            <a:chExt cx="80467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046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pra versionar e publicar o código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63040" y="7955280"/>
            <a:ext cx="7132320" cy="548640"/>
            <a:chOff x="0" y="0"/>
            <a:chExt cx="950976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45920" y="7955280"/>
            <a:ext cx="6949440" cy="548640"/>
            <a:chOff x="0" y="0"/>
            <a:chExt cx="92659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gh auth status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20527" y="6028687"/>
            <a:ext cx="8059417" cy="2755897"/>
            <a:chOff x="0" y="0"/>
            <a:chExt cx="10745889" cy="36745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509" y="8509"/>
              <a:ext cx="10728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4597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3666109"/>
                  </a:lnTo>
                  <a:cubicBezTo>
                    <a:pt x="10745978" y="3670808"/>
                    <a:pt x="10742168" y="3674618"/>
                    <a:pt x="10737469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0737469" y="3657600"/>
                  </a:lnTo>
                  <a:lnTo>
                    <a:pt x="10737469" y="3666109"/>
                  </a:lnTo>
                  <a:lnTo>
                    <a:pt x="10728960" y="36661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875520" y="6492240"/>
            <a:ext cx="914400" cy="914400"/>
            <a:chOff x="0" y="0"/>
            <a:chExt cx="1219200" cy="12192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064240" y="6400800"/>
            <a:ext cx="6035040" cy="640080"/>
            <a:chOff x="0" y="0"/>
            <a:chExt cx="804672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80467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Conta na Vercel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064240" y="7040880"/>
            <a:ext cx="6035040" cy="640080"/>
            <a:chOff x="0" y="0"/>
            <a:chExt cx="804672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853440"/>
            </a:xfrm>
            <a:custGeom>
              <a:avLst/>
              <a:gdLst/>
              <a:ahLst/>
              <a:cxnLst/>
              <a:rect r="r" b="b" t="t" l="l"/>
              <a:pathLst>
                <a:path h="853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0467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pra fazer deploy — grátis, linka via GitHub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75520" y="7955280"/>
            <a:ext cx="7132320" cy="548640"/>
            <a:chOff x="0" y="0"/>
            <a:chExt cx="95097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58400" y="7955280"/>
            <a:ext cx="6949440" cy="548640"/>
            <a:chOff x="0" y="0"/>
            <a:chExt cx="926592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vercel.com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· PRÉ-REQUISITOS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977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MIN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24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9640623" y="3329940"/>
            <a:ext cx="1102253" cy="826690"/>
          </a:xfrm>
          <a:custGeom>
            <a:avLst/>
            <a:gdLst/>
            <a:ahLst/>
            <a:cxnLst/>
            <a:rect r="r" b="b" t="t" l="l"/>
            <a:pathLst>
              <a:path h="826690" w="1102253">
                <a:moveTo>
                  <a:pt x="0" y="0"/>
                </a:moveTo>
                <a:lnTo>
                  <a:pt x="1102254" y="0"/>
                </a:lnTo>
                <a:lnTo>
                  <a:pt x="1102254" y="826690"/>
                </a:lnTo>
                <a:lnTo>
                  <a:pt x="0" y="8266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7315200" cy="548640"/>
            <a:chOff x="0" y="0"/>
            <a:chExt cx="97536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CRIANDO NOSSO PROJETO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Claude Desktop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· PRÉ-REQUISITOS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977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68349" y="3025988"/>
            <a:ext cx="8990051" cy="5058542"/>
          </a:xfrm>
          <a:custGeom>
            <a:avLst/>
            <a:gdLst/>
            <a:ahLst/>
            <a:cxnLst/>
            <a:rect r="r" b="b" t="t" l="l"/>
            <a:pathLst>
              <a:path h="5058542" w="8990051">
                <a:moveTo>
                  <a:pt x="0" y="0"/>
                </a:moveTo>
                <a:lnTo>
                  <a:pt x="8990051" y="0"/>
                </a:lnTo>
                <a:lnTo>
                  <a:pt x="8990051" y="5058542"/>
                </a:lnTo>
                <a:lnTo>
                  <a:pt x="0" y="5058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Como vamos trabalhar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16459200" cy="640080"/>
            <a:chOff x="0" y="0"/>
            <a:chExt cx="219456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Quatro fases com objetivos claros. Conceitos importantes serão explicados no momento em que precisarmos deles.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8047" y="3468367"/>
            <a:ext cx="3944617" cy="5681977"/>
            <a:chOff x="0" y="0"/>
            <a:chExt cx="5259489" cy="75759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524256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59578" cy="7576058"/>
            </a:xfrm>
            <a:custGeom>
              <a:avLst/>
              <a:gdLst/>
              <a:ahLst/>
              <a:cxnLst/>
              <a:rect r="r" b="b" t="t" l="l"/>
              <a:pathLst>
                <a:path h="7576058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7567549"/>
                  </a:lnTo>
                  <a:cubicBezTo>
                    <a:pt x="5259578" y="7572248"/>
                    <a:pt x="5255768" y="7576058"/>
                    <a:pt x="5251069" y="7576058"/>
                  </a:cubicBezTo>
                  <a:lnTo>
                    <a:pt x="8509" y="7576058"/>
                  </a:lnTo>
                  <a:cubicBezTo>
                    <a:pt x="3810" y="7576058"/>
                    <a:pt x="0" y="7572248"/>
                    <a:pt x="0" y="7567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567549"/>
                  </a:lnTo>
                  <a:lnTo>
                    <a:pt x="8509" y="7567549"/>
                  </a:lnTo>
                  <a:lnTo>
                    <a:pt x="8509" y="7559040"/>
                  </a:lnTo>
                  <a:lnTo>
                    <a:pt x="5251069" y="7559040"/>
                  </a:lnTo>
                  <a:lnTo>
                    <a:pt x="5251069" y="7567549"/>
                  </a:lnTo>
                  <a:lnTo>
                    <a:pt x="5242560" y="7567549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474720"/>
            <a:ext cx="3931920" cy="146304"/>
            <a:chOff x="0" y="0"/>
            <a:chExt cx="5242560" cy="195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2560" cy="195072"/>
            </a:xfrm>
            <a:custGeom>
              <a:avLst/>
              <a:gdLst/>
              <a:ahLst/>
              <a:cxnLst/>
              <a:rect r="r" b="b" t="t" l="l"/>
              <a:pathLst>
                <a:path h="19507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3877056"/>
            <a:ext cx="1463040" cy="914400"/>
            <a:chOff x="0" y="0"/>
            <a:chExt cx="195072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657600" y="3931920"/>
            <a:ext cx="822960" cy="822960"/>
            <a:chOff x="0" y="0"/>
            <a:chExt cx="1097280" cy="109728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0160" y="4937760"/>
            <a:ext cx="3200400" cy="640080"/>
            <a:chOff x="0" y="0"/>
            <a:chExt cx="42672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267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1110" y="5650230"/>
            <a:ext cx="1135380" cy="38100"/>
            <a:chOff x="0" y="0"/>
            <a:chExt cx="1513840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5943600"/>
            <a:ext cx="3200400" cy="2011680"/>
            <a:chOff x="0" y="0"/>
            <a:chExt cx="4267200" cy="268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2672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Carregar contexto.</a:t>
              </a:r>
            </a:p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Entender o terreno.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0160" y="8138160"/>
            <a:ext cx="3200400" cy="548640"/>
            <a:chOff x="0" y="0"/>
            <a:chExt cx="4267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26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 min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14287" y="3468367"/>
            <a:ext cx="3944617" cy="5681977"/>
            <a:chOff x="0" y="0"/>
            <a:chExt cx="5259489" cy="75759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524256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59578" cy="7576058"/>
            </a:xfrm>
            <a:custGeom>
              <a:avLst/>
              <a:gdLst/>
              <a:ahLst/>
              <a:cxnLst/>
              <a:rect r="r" b="b" t="t" l="l"/>
              <a:pathLst>
                <a:path h="7576058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7567549"/>
                  </a:lnTo>
                  <a:cubicBezTo>
                    <a:pt x="5259578" y="7572248"/>
                    <a:pt x="5255768" y="7576058"/>
                    <a:pt x="5251069" y="7576058"/>
                  </a:cubicBezTo>
                  <a:lnTo>
                    <a:pt x="8509" y="7576058"/>
                  </a:lnTo>
                  <a:cubicBezTo>
                    <a:pt x="3810" y="7576058"/>
                    <a:pt x="0" y="7572248"/>
                    <a:pt x="0" y="7567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567549"/>
                  </a:lnTo>
                  <a:lnTo>
                    <a:pt x="8509" y="7567549"/>
                  </a:lnTo>
                  <a:lnTo>
                    <a:pt x="8509" y="7559040"/>
                  </a:lnTo>
                  <a:lnTo>
                    <a:pt x="5251069" y="7559040"/>
                  </a:lnTo>
                  <a:lnTo>
                    <a:pt x="5251069" y="7567549"/>
                  </a:lnTo>
                  <a:lnTo>
                    <a:pt x="5242560" y="7567549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120640" y="3474720"/>
            <a:ext cx="3931920" cy="146304"/>
            <a:chOff x="0" y="0"/>
            <a:chExt cx="5242560" cy="195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42560" cy="195072"/>
            </a:xfrm>
            <a:custGeom>
              <a:avLst/>
              <a:gdLst/>
              <a:ahLst/>
              <a:cxnLst/>
              <a:rect r="r" b="b" t="t" l="l"/>
              <a:pathLst>
                <a:path h="19507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0" y="3877056"/>
            <a:ext cx="1463040" cy="914400"/>
            <a:chOff x="0" y="0"/>
            <a:chExt cx="195072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63840" y="3931920"/>
            <a:ext cx="822960" cy="822960"/>
            <a:chOff x="0" y="0"/>
            <a:chExt cx="1097280" cy="109728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486400" y="4937760"/>
            <a:ext cx="3200400" cy="640080"/>
            <a:chOff x="0" y="0"/>
            <a:chExt cx="42672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4267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PLANEJAR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467350" y="5650230"/>
            <a:ext cx="1135380" cy="38100"/>
            <a:chOff x="0" y="0"/>
            <a:chExt cx="1513840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486400" y="5943600"/>
            <a:ext cx="3200400" cy="2011680"/>
            <a:chOff x="0" y="0"/>
            <a:chExt cx="4267200" cy="2682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2672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Plan Mode. Revisar</a:t>
              </a:r>
            </a:p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antes de codar.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486400" y="8138160"/>
            <a:ext cx="3200400" cy="548640"/>
            <a:chOff x="0" y="0"/>
            <a:chExt cx="42672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26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~15 min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0527" y="3468367"/>
            <a:ext cx="3944617" cy="5681977"/>
            <a:chOff x="0" y="0"/>
            <a:chExt cx="5259489" cy="75759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524256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59578" cy="7576058"/>
            </a:xfrm>
            <a:custGeom>
              <a:avLst/>
              <a:gdLst/>
              <a:ahLst/>
              <a:cxnLst/>
              <a:rect r="r" b="b" t="t" l="l"/>
              <a:pathLst>
                <a:path h="7576058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7567549"/>
                  </a:lnTo>
                  <a:cubicBezTo>
                    <a:pt x="5259578" y="7572248"/>
                    <a:pt x="5255768" y="7576058"/>
                    <a:pt x="5251069" y="7576058"/>
                  </a:cubicBezTo>
                  <a:lnTo>
                    <a:pt x="8509" y="7576058"/>
                  </a:lnTo>
                  <a:cubicBezTo>
                    <a:pt x="3810" y="7576058"/>
                    <a:pt x="0" y="7572248"/>
                    <a:pt x="0" y="7567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567549"/>
                  </a:lnTo>
                  <a:lnTo>
                    <a:pt x="8509" y="7567549"/>
                  </a:lnTo>
                  <a:lnTo>
                    <a:pt x="8509" y="7559040"/>
                  </a:lnTo>
                  <a:lnTo>
                    <a:pt x="5251069" y="7559040"/>
                  </a:lnTo>
                  <a:lnTo>
                    <a:pt x="5251069" y="7567549"/>
                  </a:lnTo>
                  <a:lnTo>
                    <a:pt x="5242560" y="7567549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3474720"/>
            <a:ext cx="3931920" cy="146304"/>
            <a:chOff x="0" y="0"/>
            <a:chExt cx="5242560" cy="1950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42560" cy="195072"/>
            </a:xfrm>
            <a:custGeom>
              <a:avLst/>
              <a:gdLst/>
              <a:ahLst/>
              <a:cxnLst/>
              <a:rect r="r" b="b" t="t" l="l"/>
              <a:pathLst>
                <a:path h="19507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92640" y="3877056"/>
            <a:ext cx="1463040" cy="914400"/>
            <a:chOff x="0" y="0"/>
            <a:chExt cx="195072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070080" y="3931920"/>
            <a:ext cx="822960" cy="822960"/>
            <a:chOff x="0" y="0"/>
            <a:chExt cx="1097280" cy="109728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692640" y="4937760"/>
            <a:ext cx="3200400" cy="640080"/>
            <a:chOff x="0" y="0"/>
            <a:chExt cx="426720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4267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DESENVOLVER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73590" y="5650230"/>
            <a:ext cx="1135380" cy="38100"/>
            <a:chOff x="0" y="0"/>
            <a:chExt cx="1513840" cy="50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92640" y="5943600"/>
            <a:ext cx="3200400" cy="2011680"/>
            <a:chOff x="0" y="0"/>
            <a:chExt cx="4267200" cy="2682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2672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Executar em fatias.</a:t>
              </a:r>
            </a:p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Validar cada uma.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92640" y="8138160"/>
            <a:ext cx="3200400" cy="548640"/>
            <a:chOff x="0" y="0"/>
            <a:chExt cx="42672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26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~75 min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526767" y="3468367"/>
            <a:ext cx="3944617" cy="5681977"/>
            <a:chOff x="0" y="0"/>
            <a:chExt cx="5259489" cy="75759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524256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59578" cy="7576058"/>
            </a:xfrm>
            <a:custGeom>
              <a:avLst/>
              <a:gdLst/>
              <a:ahLst/>
              <a:cxnLst/>
              <a:rect r="r" b="b" t="t" l="l"/>
              <a:pathLst>
                <a:path h="7576058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7567549"/>
                  </a:lnTo>
                  <a:cubicBezTo>
                    <a:pt x="5259578" y="7572248"/>
                    <a:pt x="5255768" y="7576058"/>
                    <a:pt x="5251069" y="7576058"/>
                  </a:cubicBezTo>
                  <a:lnTo>
                    <a:pt x="8509" y="7576058"/>
                  </a:lnTo>
                  <a:cubicBezTo>
                    <a:pt x="3810" y="7576058"/>
                    <a:pt x="0" y="7572248"/>
                    <a:pt x="0" y="7567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567549"/>
                  </a:lnTo>
                  <a:lnTo>
                    <a:pt x="8509" y="7567549"/>
                  </a:lnTo>
                  <a:lnTo>
                    <a:pt x="8509" y="7559040"/>
                  </a:lnTo>
                  <a:lnTo>
                    <a:pt x="5251069" y="7559040"/>
                  </a:lnTo>
                  <a:lnTo>
                    <a:pt x="5251069" y="7567549"/>
                  </a:lnTo>
                  <a:lnTo>
                    <a:pt x="5242560" y="7567549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533120" y="3474720"/>
            <a:ext cx="3931920" cy="146304"/>
            <a:chOff x="0" y="0"/>
            <a:chExt cx="5242560" cy="1950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42560" cy="195072"/>
            </a:xfrm>
            <a:custGeom>
              <a:avLst/>
              <a:gdLst/>
              <a:ahLst/>
              <a:cxnLst/>
              <a:rect r="r" b="b" t="t" l="l"/>
              <a:pathLst>
                <a:path h="19507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898880" y="3877056"/>
            <a:ext cx="1463040" cy="914400"/>
            <a:chOff x="0" y="0"/>
            <a:chExt cx="195072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950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4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276320" y="3931920"/>
            <a:ext cx="822960" cy="822960"/>
            <a:chOff x="0" y="0"/>
            <a:chExt cx="1097280" cy="1097280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898880" y="4937760"/>
            <a:ext cx="3200400" cy="640080"/>
            <a:chOff x="0" y="0"/>
            <a:chExt cx="426720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66675"/>
              <a:ext cx="4267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399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879830" y="5650230"/>
            <a:ext cx="1135380" cy="38100"/>
            <a:chOff x="0" y="0"/>
            <a:chExt cx="1513840" cy="50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898880" y="5943600"/>
            <a:ext cx="3200400" cy="2011680"/>
            <a:chOff x="0" y="0"/>
            <a:chExt cx="4267200" cy="26822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6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2672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Push no GitHub.</a:t>
              </a:r>
            </a:p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Publicar na Vercel.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898880" y="8138160"/>
            <a:ext cx="3200400" cy="548640"/>
            <a:chOff x="0" y="0"/>
            <a:chExt cx="42672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267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 min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METODOLOGIA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24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5486400" cy="640080"/>
            <a:chOff x="0" y="0"/>
            <a:chExt cx="73152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3657600"/>
            <a:ext cx="1828800" cy="1828800"/>
            <a:chOff x="0" y="0"/>
            <a:chExt cx="2438400" cy="24384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3657600"/>
            <a:ext cx="12801600" cy="1645920"/>
            <a:chOff x="0" y="0"/>
            <a:chExt cx="17068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0688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b="true" sz="11199" i="true">
                  <a:solidFill>
                    <a:srgbClr val="F8F8F6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Explorar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91840" y="5303520"/>
            <a:ext cx="12801600" cy="731520"/>
            <a:chOff x="0" y="0"/>
            <a:chExt cx="170688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 min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8997" y="6924037"/>
            <a:ext cx="2793997" cy="50797"/>
            <a:chOff x="0" y="0"/>
            <a:chExt cx="3725329" cy="67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Antes de escrever código, entenda o que você vai construir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7315200" cy="548640"/>
            <a:chOff x="0" y="0"/>
            <a:chExt cx="97536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01  ·  EXPLORAR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Carregar o PRD e deixar o Claude perguntar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834640"/>
            <a:ext cx="5486400" cy="457200"/>
            <a:chOff x="0" y="0"/>
            <a:chExt cx="73152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CHECKLIST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28800" y="3383280"/>
            <a:ext cx="6949440" cy="457200"/>
            <a:chOff x="0" y="0"/>
            <a:chExt cx="926592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265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Abrir o Claude Code na pasta do projeto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8800" y="3840480"/>
            <a:ext cx="6949440" cy="457200"/>
            <a:chOff x="0" y="0"/>
            <a:chExt cx="926592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cd quiz-claude-code &amp;&amp; claude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4389120"/>
            <a:ext cx="6949440" cy="457200"/>
            <a:chOff x="0" y="0"/>
            <a:chExt cx="926592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265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Colocar o prd.md na pasta (já temos pronto)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4846320"/>
            <a:ext cx="6949440" cy="457200"/>
            <a:chOff x="0" y="0"/>
            <a:chExt cx="926592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arquivo com problema, escopo e critérios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28800" y="5394960"/>
            <a:ext cx="6949440" cy="457200"/>
            <a:chOff x="0" y="0"/>
            <a:chExt cx="926592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265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Explicar a stack desejada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28800" y="5852160"/>
            <a:ext cx="6949440" cy="457200"/>
            <a:chOff x="0" y="0"/>
            <a:chExt cx="926592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Next.js + Supabase + Vercel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28800" y="6400800"/>
            <a:ext cx="6949440" cy="457200"/>
            <a:chOff x="0" y="0"/>
            <a:chExt cx="926592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265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Pedir pra ESTUDAR, não codar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28800" y="6858000"/>
            <a:ext cx="6949440" cy="457200"/>
            <a:chOff x="0" y="0"/>
            <a:chExt cx="926592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"leia, pense, faça perguntas antes do plano"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28800" y="7406640"/>
            <a:ext cx="6949440" cy="457200"/>
            <a:chOff x="0" y="0"/>
            <a:chExt cx="926592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265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Responder tudo que o Claude perguntar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28800" y="7863840"/>
            <a:ext cx="6949440" cy="457200"/>
            <a:chOff x="0" y="0"/>
            <a:chExt cx="926592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cada resposta evita chute no desenvolvimento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2834640"/>
            <a:ext cx="7315200" cy="457200"/>
            <a:chOff x="0" y="0"/>
            <a:chExt cx="975360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 SE APROFUNDAR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01 · EXPLORAR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977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MIN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24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509760" y="3451760"/>
            <a:ext cx="3256331" cy="4869280"/>
          </a:xfrm>
          <a:custGeom>
            <a:avLst/>
            <a:gdLst/>
            <a:ahLst/>
            <a:cxnLst/>
            <a:rect r="r" b="b" t="t" l="l"/>
            <a:pathLst>
              <a:path h="4869280" w="3256331">
                <a:moveTo>
                  <a:pt x="0" y="0"/>
                </a:moveTo>
                <a:lnTo>
                  <a:pt x="3256331" y="0"/>
                </a:lnTo>
                <a:lnTo>
                  <a:pt x="3256331" y="4869280"/>
                </a:lnTo>
                <a:lnTo>
                  <a:pt x="0" y="486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914400" y="338328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4400" y="438912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539496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" y="640080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4400" y="740664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05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4023401" y="3474720"/>
            <a:ext cx="6949440" cy="480306"/>
            <a:chOff x="0" y="0"/>
            <a:chExt cx="9265920" cy="64040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65920" cy="640407"/>
            </a:xfrm>
            <a:custGeom>
              <a:avLst/>
              <a:gdLst/>
              <a:ahLst/>
              <a:cxnLst/>
              <a:rect r="r" b="b" t="t" l="l"/>
              <a:pathLst>
                <a:path h="640407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40407"/>
                  </a:lnTo>
                  <a:lnTo>
                    <a:pt x="0" y="640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330" r="0" b="-22951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265920" cy="678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Workshop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023401" y="3931920"/>
            <a:ext cx="6949440" cy="457200"/>
            <a:chOff x="0" y="0"/>
            <a:chExt cx="926592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2 horas de live ao vivo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3109001" y="3474720"/>
            <a:ext cx="82296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01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857765" y="8398506"/>
            <a:ext cx="2560320" cy="457200"/>
            <a:chOff x="0" y="0"/>
            <a:chExt cx="341376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-171428" b="-24617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4137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Aula disponível na plataforma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DE CONCEITO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CONCEITO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371600"/>
            <a:ext cx="12435840" cy="1097280"/>
            <a:chOff x="0" y="0"/>
            <a:chExt cx="1658112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81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CLAUDE.md — a memória do projeto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560320"/>
            <a:ext cx="16459200" cy="914400"/>
            <a:chOff x="0" y="0"/>
            <a:chExt cx="219456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Você acabou de carregar contexto manualmente. O CLAUDE.md automatiza isso — é um arquivo markdown que o Claude lê a cada sessão.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8047" y="3925567"/>
            <a:ext cx="5316217" cy="3670297"/>
            <a:chOff x="0" y="0"/>
            <a:chExt cx="7088289" cy="4893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88378" cy="4893818"/>
            </a:xfrm>
            <a:custGeom>
              <a:avLst/>
              <a:gdLst/>
              <a:ahLst/>
              <a:cxnLst/>
              <a:rect r="r" b="b" t="t" l="l"/>
              <a:pathLst>
                <a:path h="4893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885309"/>
                  </a:lnTo>
                  <a:cubicBezTo>
                    <a:pt x="7088378" y="4890008"/>
                    <a:pt x="7084568" y="4893818"/>
                    <a:pt x="707986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079869" y="4876800"/>
                  </a:lnTo>
                  <a:lnTo>
                    <a:pt x="7079869" y="4885309"/>
                  </a:lnTo>
                  <a:lnTo>
                    <a:pt x="7071360" y="4885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3931920"/>
            <a:ext cx="5303520" cy="146304"/>
            <a:chOff x="0" y="0"/>
            <a:chExt cx="7071360" cy="195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0160" y="4389120"/>
            <a:ext cx="731520" cy="731520"/>
            <a:chOff x="0" y="0"/>
            <a:chExt cx="975360" cy="9753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286000" y="4389120"/>
            <a:ext cx="3657600" cy="731520"/>
            <a:chOff x="0" y="0"/>
            <a:chExt cx="48768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8768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User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160" y="5394960"/>
            <a:ext cx="4754880" cy="548640"/>
            <a:chOff x="0" y="0"/>
            <a:chExt cx="63398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39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~/.claude/CLAUDE.md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7463" y="6022343"/>
            <a:ext cx="939803" cy="25403"/>
            <a:chOff x="0" y="0"/>
            <a:chExt cx="1253071" cy="338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0"/>
              <a:ext cx="1219200" cy="33909"/>
            </a:xfrm>
            <a:custGeom>
              <a:avLst/>
              <a:gdLst/>
              <a:ahLst/>
              <a:cxnLst/>
              <a:rect r="r" b="b" t="t" l="l"/>
              <a:pathLst>
                <a:path h="3390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160" y="6309360"/>
            <a:ext cx="4754880" cy="1097280"/>
            <a:chOff x="0" y="0"/>
            <a:chExt cx="63398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suas preferências pessoais em qualquer projeto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7327" y="3925567"/>
            <a:ext cx="5316217" cy="3670297"/>
            <a:chOff x="0" y="0"/>
            <a:chExt cx="7088289" cy="48937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88378" cy="4893818"/>
            </a:xfrm>
            <a:custGeom>
              <a:avLst/>
              <a:gdLst/>
              <a:ahLst/>
              <a:cxnLst/>
              <a:rect r="r" b="b" t="t" l="l"/>
              <a:pathLst>
                <a:path h="4893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885309"/>
                  </a:lnTo>
                  <a:cubicBezTo>
                    <a:pt x="7088378" y="4890008"/>
                    <a:pt x="7084568" y="4893818"/>
                    <a:pt x="707986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079869" y="4876800"/>
                  </a:lnTo>
                  <a:lnTo>
                    <a:pt x="7079869" y="4885309"/>
                  </a:lnTo>
                  <a:lnTo>
                    <a:pt x="7071360" y="4885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83680" y="3931920"/>
            <a:ext cx="5303520" cy="146304"/>
            <a:chOff x="0" y="0"/>
            <a:chExt cx="7071360" cy="195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949440" y="4389120"/>
            <a:ext cx="731520" cy="731520"/>
            <a:chOff x="0" y="0"/>
            <a:chExt cx="975360" cy="97536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55280" y="4389120"/>
            <a:ext cx="3657600" cy="731520"/>
            <a:chOff x="0" y="0"/>
            <a:chExt cx="487680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8768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49440" y="5394960"/>
            <a:ext cx="4754880" cy="548640"/>
            <a:chOff x="0" y="0"/>
            <a:chExt cx="63398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339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./CLAUDE.md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36743" y="6022343"/>
            <a:ext cx="939803" cy="25403"/>
            <a:chOff x="0" y="0"/>
            <a:chExt cx="1253071" cy="338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0"/>
              <a:ext cx="1219200" cy="33909"/>
            </a:xfrm>
            <a:custGeom>
              <a:avLst/>
              <a:gdLst/>
              <a:ahLst/>
              <a:cxnLst/>
              <a:rect r="r" b="b" t="t" l="l"/>
              <a:pathLst>
                <a:path h="3390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949440" y="6309360"/>
            <a:ext cx="4754880" cy="1097280"/>
            <a:chOff x="0" y="0"/>
            <a:chExt cx="633984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convenções do time, commitado no git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46607" y="3925567"/>
            <a:ext cx="5316217" cy="3670297"/>
            <a:chOff x="0" y="0"/>
            <a:chExt cx="7088289" cy="48937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7071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88378" cy="4893818"/>
            </a:xfrm>
            <a:custGeom>
              <a:avLst/>
              <a:gdLst/>
              <a:ahLst/>
              <a:cxnLst/>
              <a:rect r="r" b="b" t="t" l="l"/>
              <a:pathLst>
                <a:path h="489381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4885309"/>
                  </a:lnTo>
                  <a:cubicBezTo>
                    <a:pt x="7088378" y="4890008"/>
                    <a:pt x="7084568" y="4893818"/>
                    <a:pt x="707986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7079869" y="4876800"/>
                  </a:lnTo>
                  <a:lnTo>
                    <a:pt x="7079869" y="4885309"/>
                  </a:lnTo>
                  <a:lnTo>
                    <a:pt x="7071360" y="488530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252960" y="3931920"/>
            <a:ext cx="5303520" cy="146304"/>
            <a:chOff x="0" y="0"/>
            <a:chExt cx="7071360" cy="195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618720" y="4389120"/>
            <a:ext cx="731520" cy="731520"/>
            <a:chOff x="0" y="0"/>
            <a:chExt cx="975360" cy="97536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24560" y="4389120"/>
            <a:ext cx="3657600" cy="731520"/>
            <a:chOff x="0" y="0"/>
            <a:chExt cx="487680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8768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Local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18720" y="5394960"/>
            <a:ext cx="4754880" cy="548640"/>
            <a:chOff x="0" y="0"/>
            <a:chExt cx="63398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731520"/>
            </a:xfrm>
            <a:custGeom>
              <a:avLst/>
              <a:gdLst/>
              <a:ahLst/>
              <a:cxnLst/>
              <a:rect r="r" b="b" t="t" l="l"/>
              <a:pathLst>
                <a:path h="7315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339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./CLAUDE.local.md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06023" y="6022343"/>
            <a:ext cx="939803" cy="25403"/>
            <a:chOff x="0" y="0"/>
            <a:chExt cx="1253071" cy="338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0"/>
              <a:ext cx="1219200" cy="33909"/>
            </a:xfrm>
            <a:custGeom>
              <a:avLst/>
              <a:gdLst/>
              <a:ahLst/>
              <a:cxnLst/>
              <a:rect r="r" b="b" t="t" l="l"/>
              <a:pathLst>
                <a:path h="3390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18720" y="6309360"/>
            <a:ext cx="4754880" cy="1097280"/>
            <a:chOff x="0" y="0"/>
            <a:chExt cx="633984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suas anotações privadas no projeto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400" y="8046720"/>
            <a:ext cx="16459200" cy="1097280"/>
            <a:chOff x="0" y="0"/>
            <a:chExt cx="2194560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80160" y="8046720"/>
            <a:ext cx="4023360" cy="1097280"/>
            <a:chOff x="0" y="0"/>
            <a:chExt cx="5364480" cy="1463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3644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AGORA NA TELA: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937760" y="8046720"/>
            <a:ext cx="12252960" cy="1097280"/>
            <a:chOff x="0" y="0"/>
            <a:chExt cx="16337280" cy="14630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337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633728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F8F8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peça ao Claude "/init" — ele gera um CLAUDE.md baseado no que acabamos de conversar.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· CLAUDE.md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24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GitHub, em 30 segundos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108960"/>
            <a:ext cx="3291840" cy="3291840"/>
            <a:chOff x="0" y="0"/>
            <a:chExt cx="4389120" cy="438912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858000"/>
            <a:ext cx="6035040" cy="731520"/>
            <a:chOff x="0" y="0"/>
            <a:chExt cx="804672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0467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 online para seu código.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7589520"/>
            <a:ext cx="6035040" cy="1645920"/>
            <a:chOff x="0" y="0"/>
            <a:chExt cx="804672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6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04672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Histórico de tudo que mudou, quando, e por quem. A Vercel lê o GitHub pra publicar o site.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· GITHUB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977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24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77119" y="3055333"/>
            <a:ext cx="3622771" cy="5357147"/>
          </a:xfrm>
          <a:custGeom>
            <a:avLst/>
            <a:gdLst/>
            <a:ahLst/>
            <a:cxnLst/>
            <a:rect r="r" b="b" t="t" l="l"/>
            <a:pathLst>
              <a:path h="5357147" w="3622771">
                <a:moveTo>
                  <a:pt x="0" y="0"/>
                </a:moveTo>
                <a:lnTo>
                  <a:pt x="3622771" y="0"/>
                </a:lnTo>
                <a:lnTo>
                  <a:pt x="3622771" y="5357147"/>
                </a:lnTo>
                <a:lnTo>
                  <a:pt x="0" y="53571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083068" y="3055333"/>
            <a:ext cx="6949440" cy="480306"/>
            <a:chOff x="0" y="0"/>
            <a:chExt cx="9265920" cy="6404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640407"/>
            </a:xfrm>
            <a:custGeom>
              <a:avLst/>
              <a:gdLst/>
              <a:ahLst/>
              <a:cxnLst/>
              <a:rect r="r" b="b" t="t" l="l"/>
              <a:pathLst>
                <a:path h="640407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40407"/>
                  </a:lnTo>
                  <a:lnTo>
                    <a:pt x="0" y="6404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330" r="0" b="-2295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265920" cy="6785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 e Github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83068" y="3512533"/>
            <a:ext cx="6949440" cy="457200"/>
            <a:chOff x="0" y="0"/>
            <a:chExt cx="926592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2659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2 horas de live ao vivo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168668" y="3055333"/>
            <a:ext cx="8229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i="true">
                <a:solidFill>
                  <a:srgbClr val="D97757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AÇÃO NA TELA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Criar o repositório no GitHub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8047" y="2919727"/>
            <a:ext cx="8059417" cy="6047737"/>
            <a:chOff x="0" y="0"/>
            <a:chExt cx="10745889" cy="80636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10728960" cy="8046719"/>
            </a:xfrm>
            <a:custGeom>
              <a:avLst/>
              <a:gdLst/>
              <a:ahLst/>
              <a:cxnLst/>
              <a:rect r="r" b="b" t="t" l="l"/>
              <a:pathLst>
                <a:path h="8046719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046719"/>
                  </a:lnTo>
                  <a:lnTo>
                    <a:pt x="0" y="8046719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5978" cy="8063738"/>
            </a:xfrm>
            <a:custGeom>
              <a:avLst/>
              <a:gdLst/>
              <a:ahLst/>
              <a:cxnLst/>
              <a:rect r="r" b="b" t="t" l="l"/>
              <a:pathLst>
                <a:path h="80637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055228"/>
                  </a:lnTo>
                  <a:cubicBezTo>
                    <a:pt x="10745978" y="8059927"/>
                    <a:pt x="10742168" y="8063738"/>
                    <a:pt x="10737469" y="8063738"/>
                  </a:cubicBezTo>
                  <a:lnTo>
                    <a:pt x="8509" y="8063738"/>
                  </a:lnTo>
                  <a:cubicBezTo>
                    <a:pt x="3810" y="8063738"/>
                    <a:pt x="0" y="8059927"/>
                    <a:pt x="0" y="80552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055228"/>
                  </a:lnTo>
                  <a:lnTo>
                    <a:pt x="8509" y="8055228"/>
                  </a:lnTo>
                  <a:lnTo>
                    <a:pt x="8509" y="8046720"/>
                  </a:lnTo>
                  <a:lnTo>
                    <a:pt x="10737469" y="8046720"/>
                  </a:lnTo>
                  <a:lnTo>
                    <a:pt x="10737469" y="8055228"/>
                  </a:lnTo>
                  <a:lnTo>
                    <a:pt x="10728960" y="8055228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3291840"/>
            <a:ext cx="7315200" cy="457200"/>
            <a:chOff x="0" y="0"/>
            <a:chExt cx="97536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OPÇÃO 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" y="3749040"/>
            <a:ext cx="7315200" cy="731520"/>
            <a:chOff x="0" y="0"/>
            <a:chExt cx="97536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753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Pelo site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4754880"/>
            <a:ext cx="7498080" cy="548640"/>
            <a:chOff x="0" y="0"/>
            <a:chExt cx="99974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github.com → botão verde "New"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0160" y="5340096"/>
            <a:ext cx="7498080" cy="548640"/>
            <a:chOff x="0" y="0"/>
            <a:chExt cx="99974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Nome: quiz-claude-code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5925312"/>
            <a:ext cx="7498080" cy="548640"/>
            <a:chOff x="0" y="0"/>
            <a:chExt cx="99974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Descrição curta (opcional)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160" y="6510528"/>
            <a:ext cx="7498080" cy="548640"/>
            <a:chOff x="0" y="0"/>
            <a:chExt cx="99974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Deixe "Private" se preferir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0160" y="7095744"/>
            <a:ext cx="7498080" cy="548640"/>
            <a:chOff x="0" y="0"/>
            <a:chExt cx="99974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NÃO marque "Add README"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" y="7680960"/>
            <a:ext cx="7498080" cy="548640"/>
            <a:chOff x="0" y="0"/>
            <a:chExt cx="99974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Clica "Create repository"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0527" y="2919727"/>
            <a:ext cx="8059417" cy="6047737"/>
            <a:chOff x="0" y="0"/>
            <a:chExt cx="10745889" cy="80636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10728960" cy="8046719"/>
            </a:xfrm>
            <a:custGeom>
              <a:avLst/>
              <a:gdLst/>
              <a:ahLst/>
              <a:cxnLst/>
              <a:rect r="r" b="b" t="t" l="l"/>
              <a:pathLst>
                <a:path h="8046719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046719"/>
                  </a:lnTo>
                  <a:lnTo>
                    <a:pt x="0" y="8046719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45978" cy="8063738"/>
            </a:xfrm>
            <a:custGeom>
              <a:avLst/>
              <a:gdLst/>
              <a:ahLst/>
              <a:cxnLst/>
              <a:rect r="r" b="b" t="t" l="l"/>
              <a:pathLst>
                <a:path h="80637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055228"/>
                  </a:lnTo>
                  <a:cubicBezTo>
                    <a:pt x="10745978" y="8059927"/>
                    <a:pt x="10742168" y="8063738"/>
                    <a:pt x="10737469" y="8063738"/>
                  </a:cubicBezTo>
                  <a:lnTo>
                    <a:pt x="8509" y="8063738"/>
                  </a:lnTo>
                  <a:cubicBezTo>
                    <a:pt x="3810" y="8063738"/>
                    <a:pt x="0" y="8059927"/>
                    <a:pt x="0" y="80552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055228"/>
                  </a:lnTo>
                  <a:lnTo>
                    <a:pt x="8509" y="8055228"/>
                  </a:lnTo>
                  <a:lnTo>
                    <a:pt x="8509" y="8046720"/>
                  </a:lnTo>
                  <a:lnTo>
                    <a:pt x="10737469" y="8046720"/>
                  </a:lnTo>
                  <a:lnTo>
                    <a:pt x="10737469" y="8055228"/>
                  </a:lnTo>
                  <a:lnTo>
                    <a:pt x="10728960" y="8055228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A3A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92640" y="3291840"/>
            <a:ext cx="7315200" cy="457200"/>
            <a:chOff x="0" y="0"/>
            <a:chExt cx="97536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OPÇÃO B  (RECOMENDADA)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92640" y="3749040"/>
            <a:ext cx="7315200" cy="731520"/>
            <a:chOff x="0" y="0"/>
            <a:chExt cx="975360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753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Via gh CLI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92640" y="4754880"/>
            <a:ext cx="7315200" cy="3840480"/>
            <a:chOff x="0" y="0"/>
            <a:chExt cx="9753600" cy="5120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966960" y="4890135"/>
            <a:ext cx="6949440" cy="35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A8A8A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>
                <a:solidFill>
                  <a:srgbClr val="F8F8F6"/>
                </a:solidFill>
                <a:latin typeface="Consolas"/>
                <a:ea typeface="Consolas"/>
                <a:cs typeface="Consolas"/>
                <a:sym typeface="Consolas"/>
              </a:rPr>
              <a:t>mkdir quiz-claude-code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A8A8A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>
                <a:solidFill>
                  <a:srgbClr val="F8F8F6"/>
                </a:solidFill>
                <a:latin typeface="Consolas"/>
                <a:ea typeface="Consolas"/>
                <a:cs typeface="Consolas"/>
                <a:sym typeface="Consolas"/>
              </a:rPr>
              <a:t>cd quiz-claude-code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A8A8A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>
                <a:solidFill>
                  <a:srgbClr val="F8F8F6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A8A8A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>
                <a:solidFill>
                  <a:srgbClr val="F8F8F6"/>
                </a:solidFill>
                <a:latin typeface="Consolas"/>
                <a:ea typeface="Consolas"/>
                <a:cs typeface="Consolas"/>
                <a:sym typeface="Consolas"/>
              </a:rPr>
              <a:t>gh repo create </a:t>
            </a:r>
            <a:r>
              <a:rPr lang="en-US" sz="2000">
                <a:solidFill>
                  <a:srgbClr val="D97757"/>
                </a:solidFill>
                <a:latin typeface="Consolas"/>
                <a:ea typeface="Consolas"/>
                <a:cs typeface="Consolas"/>
                <a:sym typeface="Consolas"/>
              </a:rPr>
              <a:t>--private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7C93F"/>
                </a:solidFill>
                <a:latin typeface="Consolas"/>
                <a:ea typeface="Consolas"/>
                <a:cs typeface="Consolas"/>
                <a:sym typeface="Consolas"/>
              </a:rPr>
              <a:t>✓ repo criado no seu GitHub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B8B8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· GITHUB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E8B6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MIN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B8B8B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24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5486400" cy="640080"/>
            <a:chOff x="0" y="0"/>
            <a:chExt cx="73152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3657600"/>
            <a:ext cx="1828800" cy="1828800"/>
            <a:chOff x="0" y="0"/>
            <a:chExt cx="2438400" cy="24384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3657600"/>
            <a:ext cx="12801600" cy="1645920"/>
            <a:chOff x="0" y="0"/>
            <a:chExt cx="17068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0688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b="true" sz="11199" i="true">
                  <a:solidFill>
                    <a:srgbClr val="F8F8F6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Planejar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91840" y="5303520"/>
            <a:ext cx="12801600" cy="731520"/>
            <a:chOff x="0" y="0"/>
            <a:chExt cx="170688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~15 min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8997" y="6924037"/>
            <a:ext cx="2793997" cy="50797"/>
            <a:chOff x="0" y="0"/>
            <a:chExt cx="3725329" cy="67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Gerar plano explícito e revisar antes de qualquer linha de código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DE CONCEITO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CONCEITO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371600"/>
            <a:ext cx="12435840" cy="1097280"/>
            <a:chOff x="0" y="0"/>
            <a:chExt cx="1658112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81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65811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Spec-Driven Development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8047" y="2828287"/>
            <a:ext cx="8059417" cy="6413497"/>
            <a:chOff x="0" y="0"/>
            <a:chExt cx="10745889" cy="85513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1072896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0E8E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45978" cy="8551418"/>
            </a:xfrm>
            <a:custGeom>
              <a:avLst/>
              <a:gdLst/>
              <a:ahLst/>
              <a:cxnLst/>
              <a:rect r="r" b="b" t="t" l="l"/>
              <a:pathLst>
                <a:path h="85514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542909"/>
                  </a:lnTo>
                  <a:cubicBezTo>
                    <a:pt x="10745978" y="8547608"/>
                    <a:pt x="10742168" y="8551418"/>
                    <a:pt x="1073746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737469" y="8534400"/>
                  </a:lnTo>
                  <a:lnTo>
                    <a:pt x="10737469" y="8542909"/>
                  </a:lnTo>
                  <a:lnTo>
                    <a:pt x="10728960" y="85429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834640"/>
            <a:ext cx="8046720" cy="146304"/>
            <a:chOff x="0" y="0"/>
            <a:chExt cx="10728960" cy="195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C85A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291840"/>
            <a:ext cx="7315200" cy="548640"/>
            <a:chOff x="0" y="0"/>
            <a:chExt cx="9753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 SPEC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160" y="3840480"/>
            <a:ext cx="7315200" cy="914400"/>
            <a:chOff x="0" y="0"/>
            <a:chExt cx="97536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9753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 i="true">
                  <a:solidFill>
                    <a:srgbClr val="1A1A1A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"Faz um quiz"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0160" y="5303520"/>
            <a:ext cx="548640" cy="548640"/>
            <a:chOff x="0" y="0"/>
            <a:chExt cx="731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8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0" y="5303520"/>
            <a:ext cx="6949440" cy="548640"/>
            <a:chOff x="0" y="0"/>
            <a:chExt cx="92659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chuta a arquitetura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0160" y="6126480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8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8800" y="6126480"/>
            <a:ext cx="6949440" cy="548640"/>
            <a:chOff x="0" y="0"/>
            <a:chExt cx="92659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retry muda decisões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6949440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8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828800" y="6949440"/>
            <a:ext cx="6949440" cy="548640"/>
            <a:chOff x="0" y="0"/>
            <a:chExt cx="92659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Escopo cresce sem controle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0160" y="7772400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8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×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28800" y="7772400"/>
            <a:ext cx="6949440" cy="548640"/>
            <a:chOff x="0" y="0"/>
            <a:chExt cx="92659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Resultado inconsistente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0527" y="2828287"/>
            <a:ext cx="8059417" cy="6413497"/>
            <a:chOff x="0" y="0"/>
            <a:chExt cx="10745889" cy="85513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8509"/>
              <a:ext cx="1072896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45978" cy="8551418"/>
            </a:xfrm>
            <a:custGeom>
              <a:avLst/>
              <a:gdLst/>
              <a:ahLst/>
              <a:cxnLst/>
              <a:rect r="r" b="b" t="t" l="l"/>
              <a:pathLst>
                <a:path h="85514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542909"/>
                  </a:lnTo>
                  <a:cubicBezTo>
                    <a:pt x="10745978" y="8547608"/>
                    <a:pt x="10742168" y="8551418"/>
                    <a:pt x="1073746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737469" y="8534400"/>
                  </a:lnTo>
                  <a:lnTo>
                    <a:pt x="10737469" y="8542909"/>
                  </a:lnTo>
                  <a:lnTo>
                    <a:pt x="10728960" y="85429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26880" y="2834640"/>
            <a:ext cx="8046720" cy="146304"/>
            <a:chOff x="0" y="0"/>
            <a:chExt cx="10728960" cy="195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8960" cy="195072"/>
            </a:xfrm>
            <a:custGeom>
              <a:avLst/>
              <a:gdLst/>
              <a:ahLst/>
              <a:cxnLst/>
              <a:rect r="r" b="b" t="t" l="l"/>
              <a:pathLst>
                <a:path h="1950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92640" y="3291840"/>
            <a:ext cx="7315200" cy="548640"/>
            <a:chOff x="0" y="0"/>
            <a:chExt cx="97536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 SPEC / PRD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92640" y="3840480"/>
            <a:ext cx="7315200" cy="914400"/>
            <a:chOff x="0" y="0"/>
            <a:chExt cx="97536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9753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 i="true">
                  <a:solidFill>
                    <a:srgbClr val="1A1A1A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prd.md é o contrato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92640" y="5303520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7315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41280" y="5303520"/>
            <a:ext cx="6949440" cy="548640"/>
            <a:chOff x="0" y="0"/>
            <a:chExt cx="92659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Decisões explícitas, revisáveis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92640" y="6126480"/>
            <a:ext cx="548640" cy="548640"/>
            <a:chOff x="0" y="0"/>
            <a:chExt cx="7315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7315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241280" y="6126480"/>
            <a:ext cx="6949440" cy="548640"/>
            <a:chOff x="0" y="0"/>
            <a:chExt cx="92659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Mesmo output em N execuções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92640" y="6949440"/>
            <a:ext cx="548640" cy="548640"/>
            <a:chOff x="0" y="0"/>
            <a:chExt cx="731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7315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41280" y="6949440"/>
            <a:ext cx="6949440" cy="548640"/>
            <a:chOff x="0" y="0"/>
            <a:chExt cx="92659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referencia o spec sempre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772400"/>
            <a:ext cx="548640" cy="548640"/>
            <a:chOff x="0" y="0"/>
            <a:chExt cx="731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7315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41280" y="7772400"/>
            <a:ext cx="6949440" cy="548640"/>
            <a:chOff x="0" y="0"/>
            <a:chExt cx="92659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 fácil de revisar depois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· SPEC-DRIVEN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24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5486400" cy="640080"/>
            <a:chOff x="0" y="0"/>
            <a:chExt cx="73152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3657600"/>
            <a:ext cx="1828800" cy="1828800"/>
            <a:chOff x="0" y="0"/>
            <a:chExt cx="2438400" cy="24384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3657600"/>
            <a:ext cx="14081760" cy="1645920"/>
            <a:chOff x="0" y="0"/>
            <a:chExt cx="1877568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75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7756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b="true" sz="11199" i="true">
                  <a:solidFill>
                    <a:srgbClr val="F8F8F6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Desenvolver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91840" y="5303520"/>
            <a:ext cx="14081760" cy="731520"/>
            <a:chOff x="0" y="0"/>
            <a:chExt cx="187756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775680" cy="975360"/>
            </a:xfrm>
            <a:custGeom>
              <a:avLst/>
              <a:gdLst/>
              <a:ahLst/>
              <a:cxnLst/>
              <a:rect r="r" b="b" t="t" l="l"/>
              <a:pathLst>
                <a:path h="975360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8775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~75 min  ·  5 etapas  ·  conceitos intercalados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8997" y="6924037"/>
            <a:ext cx="2793997" cy="50797"/>
            <a:chOff x="0" y="0"/>
            <a:chExt cx="3725329" cy="67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Cada etapa termina com uma pílula de conceito relevante para ela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33120" y="731520"/>
            <a:ext cx="3840480" cy="548640"/>
            <a:chOff x="0" y="0"/>
            <a:chExt cx="512064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DE CONCEITO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731520"/>
            <a:ext cx="5486400" cy="548640"/>
            <a:chOff x="0" y="0"/>
            <a:chExt cx="7315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CONCEITO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371600"/>
            <a:ext cx="11887200" cy="914400"/>
            <a:chOff x="0" y="0"/>
            <a:chExt cx="15849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58496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Slash commands essenciais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286000"/>
            <a:ext cx="16459200" cy="640080"/>
            <a:chOff x="0" y="0"/>
            <a:chExt cx="219456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Atalhos que você vai usar dezenas de vezes nas próximas horas — guarde esses 6.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8047" y="3194047"/>
            <a:ext cx="5316217" cy="2573017"/>
            <a:chOff x="0" y="0"/>
            <a:chExt cx="7088289" cy="34306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3200400"/>
            <a:ext cx="5303520" cy="146304"/>
            <a:chOff x="0" y="0"/>
            <a:chExt cx="7071360" cy="1950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3657600"/>
            <a:ext cx="731520" cy="731520"/>
            <a:chOff x="0" y="0"/>
            <a:chExt cx="975360" cy="9753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77440" y="3566160"/>
            <a:ext cx="3657600" cy="914400"/>
            <a:chOff x="0" y="0"/>
            <a:chExt cx="48768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/init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4754880"/>
            <a:ext cx="4572000" cy="914400"/>
            <a:chOff x="0" y="0"/>
            <a:chExt cx="60960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gera CLAUDE.md do seu projeto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85887" y="3194047"/>
            <a:ext cx="5316217" cy="2573017"/>
            <a:chOff x="0" y="0"/>
            <a:chExt cx="7088289" cy="34306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92240" y="3200400"/>
            <a:ext cx="5303520" cy="146304"/>
            <a:chOff x="0" y="0"/>
            <a:chExt cx="7071360" cy="1950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49440" y="3657600"/>
            <a:ext cx="731520" cy="731520"/>
            <a:chOff x="0" y="0"/>
            <a:chExt cx="975360" cy="97536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955280" y="3566160"/>
            <a:ext cx="3657600" cy="914400"/>
            <a:chOff x="0" y="0"/>
            <a:chExt cx="48768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/help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49440" y="4754880"/>
            <a:ext cx="4572000" cy="914400"/>
            <a:chOff x="0" y="0"/>
            <a:chExt cx="60960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lista todos os comandos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63727" y="3194047"/>
            <a:ext cx="5316217" cy="2573017"/>
            <a:chOff x="0" y="0"/>
            <a:chExt cx="7088289" cy="34306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70080" y="3200400"/>
            <a:ext cx="5303520" cy="146304"/>
            <a:chOff x="0" y="0"/>
            <a:chExt cx="7071360" cy="195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27280" y="3657600"/>
            <a:ext cx="731520" cy="731520"/>
            <a:chOff x="0" y="0"/>
            <a:chExt cx="975360" cy="97536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533120" y="3566160"/>
            <a:ext cx="3657600" cy="914400"/>
            <a:chOff x="0" y="0"/>
            <a:chExt cx="48768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/clear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27280" y="4754880"/>
            <a:ext cx="4572000" cy="914400"/>
            <a:chOff x="0" y="0"/>
            <a:chExt cx="609600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zera o contexto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8047" y="6028687"/>
            <a:ext cx="5316217" cy="2573017"/>
            <a:chOff x="0" y="0"/>
            <a:chExt cx="7088289" cy="34306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6035040"/>
            <a:ext cx="5303520" cy="146304"/>
            <a:chOff x="0" y="0"/>
            <a:chExt cx="7071360" cy="1950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1600" y="6492240"/>
            <a:ext cx="731520" cy="731520"/>
            <a:chOff x="0" y="0"/>
            <a:chExt cx="975360" cy="97536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377440" y="6400800"/>
            <a:ext cx="3657600" cy="914400"/>
            <a:chOff x="0" y="0"/>
            <a:chExt cx="48768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/compact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1600" y="7589520"/>
            <a:ext cx="4572000" cy="914400"/>
            <a:chOff x="0" y="0"/>
            <a:chExt cx="60960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resume, libera tokens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485887" y="6028687"/>
            <a:ext cx="5316217" cy="2573017"/>
            <a:chOff x="0" y="0"/>
            <a:chExt cx="7088289" cy="343068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492240" y="6035040"/>
            <a:ext cx="5303520" cy="146304"/>
            <a:chOff x="0" y="0"/>
            <a:chExt cx="7071360" cy="1950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949440" y="6492240"/>
            <a:ext cx="731520" cy="731520"/>
            <a:chOff x="0" y="0"/>
            <a:chExt cx="975360" cy="97536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955280" y="6400800"/>
            <a:ext cx="3657600" cy="914400"/>
            <a:chOff x="0" y="0"/>
            <a:chExt cx="4876800" cy="1219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/memory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949440" y="7589520"/>
            <a:ext cx="4572000" cy="914400"/>
            <a:chOff x="0" y="0"/>
            <a:chExt cx="60960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ver/editar CLAUDE.md carregados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063727" y="6028687"/>
            <a:ext cx="5316217" cy="2573017"/>
            <a:chOff x="0" y="0"/>
            <a:chExt cx="7088289" cy="343068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70713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88378" cy="3430778"/>
            </a:xfrm>
            <a:custGeom>
              <a:avLst/>
              <a:gdLst/>
              <a:ahLst/>
              <a:cxnLst/>
              <a:rect r="r" b="b" t="t" l="l"/>
              <a:pathLst>
                <a:path h="3430778" w="7088378">
                  <a:moveTo>
                    <a:pt x="8509" y="0"/>
                  </a:moveTo>
                  <a:lnTo>
                    <a:pt x="7079869" y="0"/>
                  </a:lnTo>
                  <a:cubicBezTo>
                    <a:pt x="7084568" y="0"/>
                    <a:pt x="7088378" y="3810"/>
                    <a:pt x="7088378" y="8509"/>
                  </a:cubicBezTo>
                  <a:lnTo>
                    <a:pt x="7088378" y="3422269"/>
                  </a:lnTo>
                  <a:cubicBezTo>
                    <a:pt x="7088378" y="3426968"/>
                    <a:pt x="7084568" y="3430778"/>
                    <a:pt x="707986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079869" y="3413760"/>
                  </a:lnTo>
                  <a:lnTo>
                    <a:pt x="7079869" y="3422269"/>
                  </a:lnTo>
                  <a:lnTo>
                    <a:pt x="7071360" y="3422269"/>
                  </a:lnTo>
                  <a:lnTo>
                    <a:pt x="7071360" y="8509"/>
                  </a:lnTo>
                  <a:lnTo>
                    <a:pt x="7079869" y="8509"/>
                  </a:lnTo>
                  <a:lnTo>
                    <a:pt x="70798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070080" y="6035040"/>
            <a:ext cx="5303520" cy="146304"/>
            <a:chOff x="0" y="0"/>
            <a:chExt cx="7071360" cy="1950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071360" cy="195072"/>
            </a:xfrm>
            <a:custGeom>
              <a:avLst/>
              <a:gdLst/>
              <a:ahLst/>
              <a:cxnLst/>
              <a:rect r="r" b="b" t="t" l="l"/>
              <a:pathLst>
                <a:path h="19507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527280" y="6492240"/>
            <a:ext cx="731520" cy="731520"/>
            <a:chOff x="0" y="0"/>
            <a:chExt cx="975360" cy="975360"/>
          </a:xfrm>
        </p:grpSpPr>
        <p:sp>
          <p:nvSpPr>
            <p:cNvPr name="Freeform 87" id="8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533120" y="6400800"/>
            <a:ext cx="3657600" cy="914400"/>
            <a:chOff x="0" y="0"/>
            <a:chExt cx="4876800" cy="1219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7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48768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/cost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527280" y="7589520"/>
            <a:ext cx="4572000" cy="914400"/>
            <a:chOff x="0" y="0"/>
            <a:chExt cx="6096000" cy="1219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6096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tokens gastos na sessão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PÍLULA · SLASH COMMANDS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24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5486400" cy="640080"/>
            <a:chOff x="0" y="0"/>
            <a:chExt cx="73152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3152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3657600"/>
            <a:ext cx="1828800" cy="1828800"/>
            <a:chOff x="0" y="0"/>
            <a:chExt cx="2438400" cy="24384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3657600"/>
            <a:ext cx="12801600" cy="1645920"/>
            <a:chOff x="0" y="0"/>
            <a:chExt cx="17068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0688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b="true" sz="11199" i="true">
                  <a:solidFill>
                    <a:srgbClr val="F8F8F6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Deploy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91840" y="5303520"/>
            <a:ext cx="12801600" cy="731520"/>
            <a:chOff x="0" y="0"/>
            <a:chExt cx="170688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 min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8997" y="6924037"/>
            <a:ext cx="2793997" cy="50797"/>
            <a:chOff x="0" y="0"/>
            <a:chExt cx="3725329" cy="67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 seu localhost para o mundo inteiro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7315200" cy="548640"/>
            <a:chOff x="0" y="0"/>
            <a:chExt cx="97536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0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04  ·  DEPLOY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GitHub → Vercel em 4 passos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8047" y="2736847"/>
            <a:ext cx="8059417" cy="3030217"/>
            <a:chOff x="0" y="0"/>
            <a:chExt cx="10745889" cy="4040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743200"/>
            <a:ext cx="8046720" cy="109728"/>
            <a:chOff x="0" y="0"/>
            <a:chExt cx="10728960" cy="1463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146304"/>
            </a:xfrm>
            <a:custGeom>
              <a:avLst/>
              <a:gdLst/>
              <a:ahLst/>
              <a:cxnLst/>
              <a:rect r="r" b="b" t="t" l="l"/>
              <a:pathLst>
                <a:path h="14630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3072384"/>
            <a:ext cx="1280160" cy="731520"/>
            <a:chOff x="0" y="0"/>
            <a:chExt cx="170688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7068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0" y="3145536"/>
            <a:ext cx="731520" cy="731520"/>
            <a:chOff x="0" y="0"/>
            <a:chExt cx="975360" cy="97536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877056"/>
            <a:ext cx="6400800" cy="548640"/>
            <a:chOff x="0" y="0"/>
            <a:chExt cx="85344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534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 pro GitHub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160" y="4425696"/>
            <a:ext cx="7315200" cy="822960"/>
            <a:chOff x="0" y="0"/>
            <a:chExt cx="97536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 add, commit, push — o Claude também faz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80160" y="5212080"/>
            <a:ext cx="7315200" cy="402336"/>
            <a:chOff x="0" y="0"/>
            <a:chExt cx="9753600" cy="536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3040" y="5212080"/>
            <a:ext cx="6949440" cy="402336"/>
            <a:chOff x="0" y="0"/>
            <a:chExt cx="92659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git push origin main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0527" y="2736847"/>
            <a:ext cx="8059417" cy="3030217"/>
            <a:chOff x="0" y="0"/>
            <a:chExt cx="10745889" cy="40402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0" y="2743200"/>
            <a:ext cx="8046720" cy="109728"/>
            <a:chOff x="0" y="0"/>
            <a:chExt cx="10728960" cy="1463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8960" cy="146304"/>
            </a:xfrm>
            <a:custGeom>
              <a:avLst/>
              <a:gdLst/>
              <a:ahLst/>
              <a:cxnLst/>
              <a:rect r="r" b="b" t="t" l="l"/>
              <a:pathLst>
                <a:path h="14630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92640" y="3072384"/>
            <a:ext cx="1280160" cy="731520"/>
            <a:chOff x="0" y="0"/>
            <a:chExt cx="170688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7068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367760" y="3145536"/>
            <a:ext cx="731520" cy="731520"/>
            <a:chOff x="0" y="0"/>
            <a:chExt cx="975360" cy="97536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92640" y="3877056"/>
            <a:ext cx="6400800" cy="548640"/>
            <a:chOff x="0" y="0"/>
            <a:chExt cx="8534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8534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Importar na Vercel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92640" y="4425696"/>
            <a:ext cx="7315200" cy="822960"/>
            <a:chOff x="0" y="0"/>
            <a:chExt cx="975360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vercel.com → New Project → escolha o repo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92640" y="5212080"/>
            <a:ext cx="7315200" cy="402336"/>
            <a:chOff x="0" y="0"/>
            <a:chExt cx="9753600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875520" y="5212080"/>
            <a:ext cx="6949440" cy="402336"/>
            <a:chOff x="0" y="0"/>
            <a:chExt cx="926592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Framework: Next.js (auto)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8047" y="6028687"/>
            <a:ext cx="8059417" cy="3030217"/>
            <a:chOff x="0" y="0"/>
            <a:chExt cx="10745889" cy="40402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6035040"/>
            <a:ext cx="8046720" cy="109728"/>
            <a:chOff x="0" y="0"/>
            <a:chExt cx="10728960" cy="1463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146304"/>
            </a:xfrm>
            <a:custGeom>
              <a:avLst/>
              <a:gdLst/>
              <a:ahLst/>
              <a:cxnLst/>
              <a:rect r="r" b="b" t="t" l="l"/>
              <a:pathLst>
                <a:path h="14630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80160" y="6364224"/>
            <a:ext cx="1280160" cy="731520"/>
            <a:chOff x="0" y="0"/>
            <a:chExt cx="170688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7068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955280" y="6437376"/>
            <a:ext cx="731520" cy="731520"/>
            <a:chOff x="0" y="0"/>
            <a:chExt cx="975360" cy="97536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80160" y="7168896"/>
            <a:ext cx="6400800" cy="548640"/>
            <a:chOff x="0" y="0"/>
            <a:chExt cx="853440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8534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 vars na Vercel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80160" y="7717536"/>
            <a:ext cx="7315200" cy="822960"/>
            <a:chOff x="0" y="0"/>
            <a:chExt cx="975360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Settings → copia do .env local — OBRIGATÓRIO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0160" y="8503920"/>
            <a:ext cx="7315200" cy="402336"/>
            <a:chOff x="0" y="0"/>
            <a:chExt cx="975360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3040" y="8503920"/>
            <a:ext cx="6949440" cy="402336"/>
            <a:chOff x="0" y="0"/>
            <a:chExt cx="926592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SUPABASE_URL · SUPABASE_ANON_KEY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20527" y="6028687"/>
            <a:ext cx="8059417" cy="3030217"/>
            <a:chOff x="0" y="0"/>
            <a:chExt cx="10745889" cy="404028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3D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6035040"/>
            <a:ext cx="8046720" cy="109728"/>
            <a:chOff x="0" y="0"/>
            <a:chExt cx="10728960" cy="1463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28960" cy="146304"/>
            </a:xfrm>
            <a:custGeom>
              <a:avLst/>
              <a:gdLst/>
              <a:ahLst/>
              <a:cxnLst/>
              <a:rect r="r" b="b" t="t" l="l"/>
              <a:pathLst>
                <a:path h="14630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92640" y="6364224"/>
            <a:ext cx="1280160" cy="731520"/>
            <a:chOff x="0" y="0"/>
            <a:chExt cx="170688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7068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D97757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04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367760" y="6437376"/>
            <a:ext cx="731520" cy="731520"/>
            <a:chOff x="0" y="0"/>
            <a:chExt cx="975360" cy="975360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692640" y="7168896"/>
            <a:ext cx="6400800" cy="548640"/>
            <a:chOff x="0" y="0"/>
            <a:chExt cx="85344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8534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 e testar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92640" y="7717536"/>
            <a:ext cx="7315200" cy="822960"/>
            <a:chOff x="0" y="0"/>
            <a:chExt cx="9753600" cy="10972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A4A4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30-60s depois está no ar, testar tudo online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692640" y="8503920"/>
            <a:ext cx="7315200" cy="402336"/>
            <a:chOff x="0" y="0"/>
            <a:chExt cx="9753600" cy="5364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EEE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75520" y="8503920"/>
            <a:ext cx="6949440" cy="402336"/>
            <a:chOff x="0" y="0"/>
            <a:chExt cx="92659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Consolas"/>
                  <a:ea typeface="Consolas"/>
                  <a:cs typeface="Consolas"/>
                  <a:sym typeface="Consolas"/>
                </a:rPr>
                <a:t>quiz-claude-code.vercel.app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14400" y="9692640"/>
            <a:ext cx="9144000" cy="457200"/>
            <a:chOff x="0" y="0"/>
            <a:chExt cx="1219200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8A8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04 · DEPLOY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58400" y="9692640"/>
            <a:ext cx="5486400" cy="457200"/>
            <a:chOff x="0" y="0"/>
            <a:chExt cx="73152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977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MIN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642080" y="9692640"/>
            <a:ext cx="1463040" cy="457200"/>
            <a:chOff x="0" y="0"/>
            <a:chExt cx="195072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950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950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spc="399">
                  <a:solidFill>
                    <a:srgbClr val="8A8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/ 24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219456" cy="731520"/>
            <a:chOff x="0" y="0"/>
            <a:chExt cx="292608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" y="914400"/>
            <a:ext cx="7315200" cy="731520"/>
            <a:chOff x="0" y="0"/>
            <a:chExt cx="9753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1199">
                  <a:solidFill>
                    <a:srgbClr val="B8B8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FIM DO WORKSHOP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377440"/>
            <a:ext cx="16459200" cy="914400"/>
            <a:chOff x="0" y="0"/>
            <a:chExt cx="21945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945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Você acabou 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3200400"/>
            <a:ext cx="17007840" cy="1280160"/>
            <a:chOff x="0" y="0"/>
            <a:chExt cx="22677120" cy="170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677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872" r="0" b="-2088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6771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8F8F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colocar um app no ar.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5120640"/>
            <a:ext cx="5303520" cy="548640"/>
            <a:chOff x="0" y="0"/>
            <a:chExt cx="70713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7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PROCESSO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5350" y="5741670"/>
            <a:ext cx="1135380" cy="38100"/>
            <a:chOff x="0" y="0"/>
            <a:chExt cx="151384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126480"/>
            <a:ext cx="274320" cy="548640"/>
            <a:chOff x="0" y="0"/>
            <a:chExt cx="3657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3584" y="6126480"/>
            <a:ext cx="4937760" cy="548640"/>
            <a:chOff x="0" y="0"/>
            <a:chExt cx="65836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Explorar — contexto antes de código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6821424"/>
            <a:ext cx="274320" cy="548640"/>
            <a:chOff x="0" y="0"/>
            <a:chExt cx="3657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3584" y="6821424"/>
            <a:ext cx="4937760" cy="548640"/>
            <a:chOff x="0" y="0"/>
            <a:chExt cx="65836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Planejar — Plan Mode é não-negociável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7516368"/>
            <a:ext cx="274320" cy="548640"/>
            <a:chOff x="0" y="0"/>
            <a:chExt cx="365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3584" y="7516368"/>
            <a:ext cx="4937760" cy="548640"/>
            <a:chOff x="0" y="0"/>
            <a:chExt cx="65836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Desenvolver — fatias curtas validadas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8211312"/>
            <a:ext cx="274320" cy="548640"/>
            <a:chOff x="0" y="0"/>
            <a:chExt cx="36576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3584" y="8211312"/>
            <a:ext cx="4937760" cy="548640"/>
            <a:chOff x="0" y="0"/>
            <a:chExt cx="65836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Deploy — env vars, sempre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83680" y="5120640"/>
            <a:ext cx="5303520" cy="548640"/>
            <a:chOff x="0" y="0"/>
            <a:chExt cx="70713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7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OS CONCEITOS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64630" y="5741670"/>
            <a:ext cx="1135380" cy="38100"/>
            <a:chOff x="0" y="0"/>
            <a:chExt cx="1513840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583680" y="6126480"/>
            <a:ext cx="274320" cy="548640"/>
            <a:chOff x="0" y="0"/>
            <a:chExt cx="3657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12864" y="6126480"/>
            <a:ext cx="4937760" cy="548640"/>
            <a:chOff x="0" y="0"/>
            <a:chExt cx="65836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CLAUDE.md em 3 níveis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83680" y="6821424"/>
            <a:ext cx="274320" cy="548640"/>
            <a:chOff x="0" y="0"/>
            <a:chExt cx="3657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12864" y="6821424"/>
            <a:ext cx="4937760" cy="548640"/>
            <a:chOff x="0" y="0"/>
            <a:chExt cx="65836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Spec-driven + Plan Mode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83680" y="7516368"/>
            <a:ext cx="274320" cy="548640"/>
            <a:chOff x="0" y="0"/>
            <a:chExt cx="3657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12864" y="7516368"/>
            <a:ext cx="4937760" cy="548640"/>
            <a:chOff x="0" y="0"/>
            <a:chExt cx="658368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Slash commands essenciais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83680" y="8211312"/>
            <a:ext cx="274320" cy="548640"/>
            <a:chOff x="0" y="0"/>
            <a:chExt cx="3657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912864" y="8211312"/>
            <a:ext cx="4937760" cy="548640"/>
            <a:chOff x="0" y="0"/>
            <a:chExt cx="658368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@contexto e context window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583680" y="8906256"/>
            <a:ext cx="274320" cy="548640"/>
            <a:chOff x="0" y="0"/>
            <a:chExt cx="36576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12864" y="8906256"/>
            <a:ext cx="4937760" cy="548640"/>
            <a:chOff x="0" y="0"/>
            <a:chExt cx="65836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Skills e conversation mgmt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252960" y="5120640"/>
            <a:ext cx="5303520" cy="548640"/>
            <a:chOff x="0" y="0"/>
            <a:chExt cx="707136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799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PRÓXIMOS PASSOS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233910" y="5741670"/>
            <a:ext cx="1135380" cy="38100"/>
            <a:chOff x="0" y="0"/>
            <a:chExt cx="1513840" cy="50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252960" y="6126480"/>
            <a:ext cx="274320" cy="548640"/>
            <a:chOff x="0" y="0"/>
            <a:chExt cx="36576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582144" y="6126480"/>
            <a:ext cx="4937760" cy="548640"/>
            <a:chOff x="0" y="0"/>
            <a:chExt cx="658368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Adicionar novas categorias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252960" y="6821424"/>
            <a:ext cx="274320" cy="548640"/>
            <a:chOff x="0" y="0"/>
            <a:chExt cx="3657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582144" y="6821424"/>
            <a:ext cx="4937760" cy="548640"/>
            <a:chOff x="0" y="0"/>
            <a:chExt cx="658368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Ranking em tempo real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252960" y="7516368"/>
            <a:ext cx="274320" cy="548640"/>
            <a:chOff x="0" y="0"/>
            <a:chExt cx="365760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582144" y="7516368"/>
            <a:ext cx="4937760" cy="548640"/>
            <a:chOff x="0" y="0"/>
            <a:chExt cx="658368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Autenticação via Google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252960" y="8211312"/>
            <a:ext cx="274320" cy="548640"/>
            <a:chOff x="0" y="0"/>
            <a:chExt cx="36576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36576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977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·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582144" y="8211312"/>
            <a:ext cx="4937760" cy="548640"/>
            <a:chOff x="0" y="0"/>
            <a:chExt cx="658368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B8B8B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Publicar seu workshop também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2700000">
            <a:off x="16342999" y="-1776839"/>
            <a:ext cx="3890002" cy="3703876"/>
            <a:chOff x="0" y="0"/>
            <a:chExt cx="1211239" cy="11532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211239" cy="1153284"/>
            </a:xfrm>
            <a:custGeom>
              <a:avLst/>
              <a:gdLst/>
              <a:ahLst/>
              <a:cxnLst/>
              <a:rect r="r" b="b" t="t" l="l"/>
              <a:pathLst>
                <a:path h="1153284" w="1211239">
                  <a:moveTo>
                    <a:pt x="0" y="0"/>
                  </a:moveTo>
                  <a:lnTo>
                    <a:pt x="1211239" y="0"/>
                  </a:lnTo>
                  <a:lnTo>
                    <a:pt x="1211239" y="1153284"/>
                  </a:lnTo>
                  <a:lnTo>
                    <a:pt x="0" y="1153284"/>
                  </a:lnTo>
                  <a:close/>
                </a:path>
              </a:pathLst>
            </a:custGeom>
            <a:solidFill>
              <a:srgbClr val="D97757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1211239" cy="1172334"/>
            </a:xfrm>
            <a:prstGeom prst="rect">
              <a:avLst/>
            </a:prstGeom>
          </p:spPr>
          <p:txBody>
            <a:bodyPr anchor="ctr" rtlCol="false" tIns="42855" lIns="42855" bIns="42855" rIns="42855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7008278" y="261074"/>
            <a:ext cx="914083" cy="914083"/>
          </a:xfrm>
          <a:custGeom>
            <a:avLst/>
            <a:gdLst/>
            <a:ahLst/>
            <a:cxnLst/>
            <a:rect r="r" b="b" t="t" l="l"/>
            <a:pathLst>
              <a:path h="914083" w="914083">
                <a:moveTo>
                  <a:pt x="0" y="0"/>
                </a:moveTo>
                <a:lnTo>
                  <a:pt x="914083" y="0"/>
                </a:lnTo>
                <a:lnTo>
                  <a:pt x="914083" y="914083"/>
                </a:lnTo>
                <a:lnTo>
                  <a:pt x="0" y="91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DAHHE1_E-ek</dc:identifier>
  <dcterms:modified xsi:type="dcterms:W3CDTF">2011-08-01T06:04:30Z</dcterms:modified>
  <cp:revision>1</cp:revision>
  <dc:title>Aula 02 Claude Code</dc:title>
</cp:coreProperties>
</file>